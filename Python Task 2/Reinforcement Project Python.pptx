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1"/>
  </p:sldMasterIdLst>
  <p:sldIdLst>
    <p:sldId id="273" r:id="rId2"/>
    <p:sldId id="272" r:id="rId3"/>
    <p:sldId id="267" r:id="rId4"/>
    <p:sldId id="258" r:id="rId5"/>
    <p:sldId id="259" r:id="rId6"/>
    <p:sldId id="269" r:id="rId7"/>
    <p:sldId id="261" r:id="rId8"/>
    <p:sldId id="270" r:id="rId9"/>
    <p:sldId id="271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E257-8604-4E3D-A65A-760EF403274D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8876-2AD7-413C-AE60-8E2CB6CBC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11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E257-8604-4E3D-A65A-760EF403274D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8876-2AD7-413C-AE60-8E2CB6CBC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59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E257-8604-4E3D-A65A-760EF403274D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8876-2AD7-413C-AE60-8E2CB6CBC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719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E257-8604-4E3D-A65A-760EF403274D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8876-2AD7-413C-AE60-8E2CB6CBC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868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E257-8604-4E3D-A65A-760EF403274D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8876-2AD7-413C-AE60-8E2CB6CBC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587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E257-8604-4E3D-A65A-760EF403274D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8876-2AD7-413C-AE60-8E2CB6CBC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850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E257-8604-4E3D-A65A-760EF403274D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8876-2AD7-413C-AE60-8E2CB6CBC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366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E257-8604-4E3D-A65A-760EF403274D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8876-2AD7-413C-AE60-8E2CB6CBC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495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E257-8604-4E3D-A65A-760EF403274D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8876-2AD7-413C-AE60-8E2CB6CBC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05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E257-8604-4E3D-A65A-760EF403274D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8876-2AD7-413C-AE60-8E2CB6CBC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56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E257-8604-4E3D-A65A-760EF403274D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8876-2AD7-413C-AE60-8E2CB6CBCC3A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1129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E257-8604-4E3D-A65A-760EF403274D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8876-2AD7-413C-AE60-8E2CB6CBC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9784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E257-8604-4E3D-A65A-760EF403274D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8876-2AD7-413C-AE60-8E2CB6CBCC3A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09856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E257-8604-4E3D-A65A-760EF403274D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8876-2AD7-413C-AE60-8E2CB6CBC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4061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E257-8604-4E3D-A65A-760EF403274D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8876-2AD7-413C-AE60-8E2CB6CBC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0231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EE257-8604-4E3D-A65A-760EF403274D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F8876-2AD7-413C-AE60-8E2CB6CBC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47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EE257-8604-4E3D-A65A-760EF403274D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BCF8876-2AD7-413C-AE60-8E2CB6CBC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8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CA26-3B2C-A005-4F5A-8572AF0D3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EE538-0E5C-5FBA-B71D-22A5174BD6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HealthCare Dataset Analysis Using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3BBE36-2C20-4C90-0E24-164F53B71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4933" y="4389500"/>
            <a:ext cx="7766936" cy="10968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By Jayanthar S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DADS – JULY </a:t>
            </a:r>
          </a:p>
          <a:p>
            <a:endParaRPr lang="ta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538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4E003-C4EA-3A86-CC5F-A3647E376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Cleaning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0B68F-592E-0818-11FC-D1E367A3B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Removed notes column from the dataset </a:t>
            </a:r>
          </a:p>
          <a:p>
            <a:r>
              <a:rPr lang="en-IN" dirty="0"/>
              <a:t>Verified and modified all data types</a:t>
            </a:r>
          </a:p>
          <a:p>
            <a:r>
              <a:rPr lang="en-IN" dirty="0"/>
              <a:t>Separated year into individual year column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6763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9ADDF-82A1-BCC4-30F6-360EEAE3A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Unique patient counts &amp;</a:t>
            </a:r>
            <a:br>
              <a:rPr lang="en-US" dirty="0"/>
            </a:br>
            <a:r>
              <a:rPr lang="en-US" dirty="0"/>
              <a:t>Average AGE OF CUSTOMERS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3B8FBF6-149C-7629-BD53-1C6FB8A713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2015732"/>
            <a:ext cx="8465291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517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4FCC2-B080-78FD-0078-178AA9613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400" y="0"/>
            <a:ext cx="9899411" cy="1889135"/>
          </a:xfrm>
        </p:spPr>
        <p:txBody>
          <a:bodyPr anchor="b">
            <a:normAutofit/>
          </a:bodyPr>
          <a:lstStyle/>
          <a:p>
            <a:pPr algn="ctr"/>
            <a:r>
              <a:rPr lang="en-IN" sz="4800" dirty="0"/>
              <a:t>Patient Count by Gender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5ED9BF9-EB23-112C-FF29-AE056249D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016" y="2965592"/>
            <a:ext cx="4589328" cy="298739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/>
              <a:t> 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F3D3632-991A-AC4B-F798-AFFA1E376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07" y="2296773"/>
            <a:ext cx="8457060" cy="337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37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3A399-4647-F797-AEB9-44CBB459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pPr algn="ctr"/>
            <a:r>
              <a:rPr lang="en-IN" sz="3600" dirty="0"/>
              <a:t>Average Treatment Cost by Department</a:t>
            </a:r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782ECEBF-A614-A31B-B392-4B50E2045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dirty="0"/>
              <a:t> </a:t>
            </a:r>
            <a:endParaRPr lang="en-US" sz="1800" dirty="0"/>
          </a:p>
        </p:txBody>
      </p:sp>
      <p:pic>
        <p:nvPicPr>
          <p:cNvPr id="5" name="Content Placeholder 4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DEDE71F9-808D-25BC-3A42-3B0A72012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50" y="1866131"/>
            <a:ext cx="8371249" cy="363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4D1AB-9ED7-1729-A607-DEA0D5CFC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Diagnosis satisfaction score per department 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4D740876-C6E9-BE73-EFD3-9DA0EDCAB3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3045" y="2101626"/>
            <a:ext cx="5948287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965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CDFC8-8A25-0678-BDAB-5C2614839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pPr algn="ctr"/>
            <a:r>
              <a:rPr lang="en-IN" sz="3600" dirty="0"/>
              <a:t>Patients visits per city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5D304EC-E46B-8445-34CC-5EF707C96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 </a:t>
            </a:r>
          </a:p>
        </p:txBody>
      </p:sp>
      <p:pic>
        <p:nvPicPr>
          <p:cNvPr id="7" name="Picture 6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2BC94321-5745-7E8E-AA07-4396639A5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528" y="1617472"/>
            <a:ext cx="6568271" cy="451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914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2821C-BC7A-DCD4-3B31-F29D96F9B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Follow up distribution</a:t>
            </a:r>
            <a:endParaRPr lang="en-US"/>
          </a:p>
        </p:txBody>
      </p:sp>
      <p:pic>
        <p:nvPicPr>
          <p:cNvPr id="9" name="Content Placeholder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CDA09D5-C62C-AD63-C585-6646AA91D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703693"/>
            <a:ext cx="9387903" cy="345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845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3576-73B3-D227-8357-AC4251F78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dirty="0"/>
              <a:t>Top 5 expensive treatment cost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91C481-59D3-3EED-36C6-1ACA883B5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690" y="2114882"/>
            <a:ext cx="8596312" cy="248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71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747D9-6339-9C51-086D-54BF9B326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702" y="201168"/>
            <a:ext cx="7512298" cy="1463040"/>
          </a:xfrm>
        </p:spPr>
        <p:txBody>
          <a:bodyPr anchor="ctr">
            <a:normAutofit/>
          </a:bodyPr>
          <a:lstStyle/>
          <a:p>
            <a:r>
              <a:rPr lang="en-IN" sz="4800" dirty="0"/>
              <a:t>Treatment Cost Per city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EA143F1-253D-1D44-8C4D-8ADD52F70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463040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2200" dirty="0"/>
              <a:t>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F918945-1288-F02E-54D1-2FF414545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533" y="1965960"/>
            <a:ext cx="9836901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909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DD2D8-A5C8-F79F-ABB7-DA4D4E98A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9199" y="152211"/>
            <a:ext cx="4284133" cy="1415270"/>
          </a:xfrm>
        </p:spPr>
        <p:txBody>
          <a:bodyPr anchor="t">
            <a:normAutofit/>
          </a:bodyPr>
          <a:lstStyle/>
          <a:p>
            <a:pPr algn="ctr"/>
            <a:r>
              <a:rPr lang="en-IN" sz="3200" dirty="0"/>
              <a:t>Diagnosis </a:t>
            </a:r>
            <a:br>
              <a:rPr lang="en-IN" sz="3200" dirty="0"/>
            </a:br>
            <a:r>
              <a:rPr lang="en-IN" sz="3200" dirty="0"/>
              <a:t>Distribution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AE958A1-4A6A-C562-F088-80F3E5E12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400" y="2543364"/>
            <a:ext cx="3434180" cy="359901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F83386-5C71-E51C-2123-8DE837D74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247" y="859846"/>
            <a:ext cx="6134707" cy="545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657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446FB-30FD-A461-7DCE-8C7F49037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27054"/>
            <a:ext cx="10276940" cy="826013"/>
          </a:xfrm>
        </p:spPr>
        <p:txBody>
          <a:bodyPr anchor="t">
            <a:normAutofit/>
          </a:bodyPr>
          <a:lstStyle/>
          <a:p>
            <a:pPr algn="ctr"/>
            <a:r>
              <a:rPr lang="en-IN" sz="3200" dirty="0"/>
              <a:t>Number of visits by age group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BDB7F3F-F22F-3F2C-25C4-1FD247897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400" y="2543364"/>
            <a:ext cx="3434180" cy="3599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 </a:t>
            </a:r>
          </a:p>
        </p:txBody>
      </p:sp>
      <p:pic>
        <p:nvPicPr>
          <p:cNvPr id="5" name="Content Placeholder 4" descr="A graph of blue squares&#10;&#10;AI-generated content may be incorrect.">
            <a:extLst>
              <a:ext uri="{FF2B5EF4-FFF2-40B4-BE49-F238E27FC236}">
                <a16:creationId xmlns:a16="http://schemas.microsoft.com/office/drawing/2014/main" id="{48132DA0-CCF6-E100-FD28-0CC048635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35" y="1405468"/>
            <a:ext cx="8457832" cy="288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019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0B69E4-BB50-B9E6-CB44-E79DA9F96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 </a:t>
            </a:r>
            <a:endParaRPr lang="en-IN">
              <a:solidFill>
                <a:srgbClr val="FFFFFF"/>
              </a:solidFill>
            </a:endParaRP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81649FED-8EF1-BC49-6D0D-497E37928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7251" y="1545062"/>
            <a:ext cx="3856774" cy="385677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1FE54-DA0A-7984-B94E-625349078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</a:rPr>
              <a:t>THANK YOU</a:t>
            </a:r>
            <a:endParaRPr lang="en-IN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01879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307</TotalTime>
  <Words>88</Words>
  <Application>Microsoft Office PowerPoint</Application>
  <PresentationFormat>Widescreen</PresentationFormat>
  <Paragraphs>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HealthCare Dataset Analysis Using Python</vt:lpstr>
      <vt:lpstr>Cleaning Process</vt:lpstr>
      <vt:lpstr>Unique patient counts &amp; Average AGE OF CUSTOMERS</vt:lpstr>
      <vt:lpstr>Patient Count by Gender</vt:lpstr>
      <vt:lpstr>Average Treatment Cost by Department</vt:lpstr>
      <vt:lpstr>Diagnosis satisfaction score per department </vt:lpstr>
      <vt:lpstr>Patients visits per city </vt:lpstr>
      <vt:lpstr>Follow up distribution</vt:lpstr>
      <vt:lpstr>Top 5 expensive treatment cost</vt:lpstr>
      <vt:lpstr>Treatment Cost Per city</vt:lpstr>
      <vt:lpstr>Diagnosis  Distribution</vt:lpstr>
      <vt:lpstr>Number of visits by age group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Jayanthar S</dc:creator>
  <cp:lastModifiedBy>Jayanthar S</cp:lastModifiedBy>
  <cp:revision>30</cp:revision>
  <dcterms:created xsi:type="dcterms:W3CDTF">2025-11-04T16:36:27Z</dcterms:created>
  <dcterms:modified xsi:type="dcterms:W3CDTF">2025-11-07T10:29:44Z</dcterms:modified>
</cp:coreProperties>
</file>