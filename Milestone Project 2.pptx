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6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5B35E2-78A7-4855-A793-B56FC2D88EC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ADA7969-1EB1-4D2A-B030-F2C1AA355EA5}">
      <dgm:prSet/>
      <dgm:spPr/>
      <dgm:t>
        <a:bodyPr/>
        <a:lstStyle/>
        <a:p>
          <a:r>
            <a:rPr lang="en-IN"/>
            <a:t>Cleaned the dataset in power query editor </a:t>
          </a:r>
          <a:endParaRPr lang="en-US"/>
        </a:p>
      </dgm:t>
    </dgm:pt>
    <dgm:pt modelId="{D24D24B1-BB46-4E14-9C3E-4B02A6958C3B}" type="parTrans" cxnId="{FBE327BA-02E6-46D8-96BE-2B5346A7A58E}">
      <dgm:prSet/>
      <dgm:spPr/>
      <dgm:t>
        <a:bodyPr/>
        <a:lstStyle/>
        <a:p>
          <a:endParaRPr lang="en-US"/>
        </a:p>
      </dgm:t>
    </dgm:pt>
    <dgm:pt modelId="{5DC36643-1F3E-468C-B92C-95A20923A17A}" type="sibTrans" cxnId="{FBE327BA-02E6-46D8-96BE-2B5346A7A58E}">
      <dgm:prSet/>
      <dgm:spPr/>
      <dgm:t>
        <a:bodyPr/>
        <a:lstStyle/>
        <a:p>
          <a:endParaRPr lang="en-US"/>
        </a:p>
      </dgm:t>
    </dgm:pt>
    <dgm:pt modelId="{E62D9F5A-02A7-4992-BF1E-B0D41CAF46B1}">
      <dgm:prSet/>
      <dgm:spPr/>
      <dgm:t>
        <a:bodyPr/>
        <a:lstStyle/>
        <a:p>
          <a:r>
            <a:rPr lang="en-IN"/>
            <a:t>Combined the three into one dataset with append queries </a:t>
          </a:r>
          <a:endParaRPr lang="en-US"/>
        </a:p>
      </dgm:t>
    </dgm:pt>
    <dgm:pt modelId="{83356C2B-4239-43F7-A3F4-FD24A69C17CE}" type="parTrans" cxnId="{62FD9455-B912-4155-903E-C1926D30D91E}">
      <dgm:prSet/>
      <dgm:spPr/>
      <dgm:t>
        <a:bodyPr/>
        <a:lstStyle/>
        <a:p>
          <a:endParaRPr lang="en-US"/>
        </a:p>
      </dgm:t>
    </dgm:pt>
    <dgm:pt modelId="{3C340F2A-75F1-42D3-ABE8-B8F12A981C7D}" type="sibTrans" cxnId="{62FD9455-B912-4155-903E-C1926D30D91E}">
      <dgm:prSet/>
      <dgm:spPr/>
      <dgm:t>
        <a:bodyPr/>
        <a:lstStyle/>
        <a:p>
          <a:endParaRPr lang="en-US"/>
        </a:p>
      </dgm:t>
    </dgm:pt>
    <dgm:pt modelId="{939839EB-3314-4C5C-91CB-A50811448544}">
      <dgm:prSet/>
      <dgm:spPr/>
      <dgm:t>
        <a:bodyPr/>
        <a:lstStyle/>
        <a:p>
          <a:r>
            <a:rPr lang="en-IN"/>
            <a:t>Unpivoted some of the columns and renamed the  columns </a:t>
          </a:r>
          <a:endParaRPr lang="en-US"/>
        </a:p>
      </dgm:t>
    </dgm:pt>
    <dgm:pt modelId="{31E5F0F8-92F1-469A-BDD8-2CC9CAE1FC7C}" type="parTrans" cxnId="{C6EE2BFF-8155-41A1-BC29-39C2B38C69A2}">
      <dgm:prSet/>
      <dgm:spPr/>
      <dgm:t>
        <a:bodyPr/>
        <a:lstStyle/>
        <a:p>
          <a:endParaRPr lang="en-US"/>
        </a:p>
      </dgm:t>
    </dgm:pt>
    <dgm:pt modelId="{0D57E037-4319-462F-9D92-3F433A090D12}" type="sibTrans" cxnId="{C6EE2BFF-8155-41A1-BC29-39C2B38C69A2}">
      <dgm:prSet/>
      <dgm:spPr/>
      <dgm:t>
        <a:bodyPr/>
        <a:lstStyle/>
        <a:p>
          <a:endParaRPr lang="en-US"/>
        </a:p>
      </dgm:t>
    </dgm:pt>
    <dgm:pt modelId="{BC547B40-C439-4D50-B813-A13EDB1E4217}">
      <dgm:prSet/>
      <dgm:spPr/>
      <dgm:t>
        <a:bodyPr/>
        <a:lstStyle/>
        <a:p>
          <a:r>
            <a:rPr lang="en-IN"/>
            <a:t>Checked the datatype of the columns </a:t>
          </a:r>
          <a:endParaRPr lang="en-US"/>
        </a:p>
      </dgm:t>
    </dgm:pt>
    <dgm:pt modelId="{BBCD27B4-C756-4B09-9662-B3808922A5B4}" type="parTrans" cxnId="{E2D196A2-9812-42A4-947F-89EBB28677EA}">
      <dgm:prSet/>
      <dgm:spPr/>
      <dgm:t>
        <a:bodyPr/>
        <a:lstStyle/>
        <a:p>
          <a:endParaRPr lang="en-US"/>
        </a:p>
      </dgm:t>
    </dgm:pt>
    <dgm:pt modelId="{45E69D01-E7BB-4328-9424-7D630042F870}" type="sibTrans" cxnId="{E2D196A2-9812-42A4-947F-89EBB28677EA}">
      <dgm:prSet/>
      <dgm:spPr/>
      <dgm:t>
        <a:bodyPr/>
        <a:lstStyle/>
        <a:p>
          <a:endParaRPr lang="en-US"/>
        </a:p>
      </dgm:t>
    </dgm:pt>
    <dgm:pt modelId="{9BD23055-4454-40FA-999A-71007D42A78A}">
      <dgm:prSet/>
      <dgm:spPr/>
      <dgm:t>
        <a:bodyPr/>
        <a:lstStyle/>
        <a:p>
          <a:r>
            <a:rPr lang="en-IN"/>
            <a:t>Removed null, empty spaces, unwanted columns, rows and duplicates </a:t>
          </a:r>
          <a:endParaRPr lang="en-US"/>
        </a:p>
      </dgm:t>
    </dgm:pt>
    <dgm:pt modelId="{03862D12-99FC-433F-A5F1-4A739C46CA0C}" type="parTrans" cxnId="{DA500F21-4185-4AB2-971A-F1EE2125A414}">
      <dgm:prSet/>
      <dgm:spPr/>
      <dgm:t>
        <a:bodyPr/>
        <a:lstStyle/>
        <a:p>
          <a:endParaRPr lang="en-US"/>
        </a:p>
      </dgm:t>
    </dgm:pt>
    <dgm:pt modelId="{D962F2F5-CB92-4263-A792-B5C4366D4478}" type="sibTrans" cxnId="{DA500F21-4185-4AB2-971A-F1EE2125A414}">
      <dgm:prSet/>
      <dgm:spPr/>
      <dgm:t>
        <a:bodyPr/>
        <a:lstStyle/>
        <a:p>
          <a:endParaRPr lang="en-US"/>
        </a:p>
      </dgm:t>
    </dgm:pt>
    <dgm:pt modelId="{7927622B-3A3C-4AFF-BC71-E0F7F9C30B0B}" type="pres">
      <dgm:prSet presAssocID="{3E5B35E2-78A7-4855-A793-B56FC2D88EC1}" presName="linear" presStyleCnt="0">
        <dgm:presLayoutVars>
          <dgm:animLvl val="lvl"/>
          <dgm:resizeHandles val="exact"/>
        </dgm:presLayoutVars>
      </dgm:prSet>
      <dgm:spPr/>
    </dgm:pt>
    <dgm:pt modelId="{EE1B3A64-E90F-4D4E-AD68-E541143F82F2}" type="pres">
      <dgm:prSet presAssocID="{CADA7969-1EB1-4D2A-B030-F2C1AA355EA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1D26494-638E-47C7-B9B7-A3754BF36254}" type="pres">
      <dgm:prSet presAssocID="{5DC36643-1F3E-468C-B92C-95A20923A17A}" presName="spacer" presStyleCnt="0"/>
      <dgm:spPr/>
    </dgm:pt>
    <dgm:pt modelId="{6D25F888-1F58-4FC3-97FB-069032EB2248}" type="pres">
      <dgm:prSet presAssocID="{E62D9F5A-02A7-4992-BF1E-B0D41CAF46B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453C390-B495-435E-BDCC-B7127914E061}" type="pres">
      <dgm:prSet presAssocID="{3C340F2A-75F1-42D3-ABE8-B8F12A981C7D}" presName="spacer" presStyleCnt="0"/>
      <dgm:spPr/>
    </dgm:pt>
    <dgm:pt modelId="{F6CA2B59-F309-4AA3-AAFC-F517CF4BD5C9}" type="pres">
      <dgm:prSet presAssocID="{939839EB-3314-4C5C-91CB-A5081144854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EC561C8-9510-427C-AF2F-B80C5AC4E690}" type="pres">
      <dgm:prSet presAssocID="{0D57E037-4319-462F-9D92-3F433A090D12}" presName="spacer" presStyleCnt="0"/>
      <dgm:spPr/>
    </dgm:pt>
    <dgm:pt modelId="{AC367A75-D49F-4D8B-9AE6-E5399FFE01F2}" type="pres">
      <dgm:prSet presAssocID="{BC547B40-C439-4D50-B813-A13EDB1E421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C81198B-1F13-4D5B-85AE-082A54AC1169}" type="pres">
      <dgm:prSet presAssocID="{45E69D01-E7BB-4328-9424-7D630042F870}" presName="spacer" presStyleCnt="0"/>
      <dgm:spPr/>
    </dgm:pt>
    <dgm:pt modelId="{D4F8893F-8535-4101-805D-B021A24CB924}" type="pres">
      <dgm:prSet presAssocID="{9BD23055-4454-40FA-999A-71007D42A78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A500F21-4185-4AB2-971A-F1EE2125A414}" srcId="{3E5B35E2-78A7-4855-A793-B56FC2D88EC1}" destId="{9BD23055-4454-40FA-999A-71007D42A78A}" srcOrd="4" destOrd="0" parTransId="{03862D12-99FC-433F-A5F1-4A739C46CA0C}" sibTransId="{D962F2F5-CB92-4263-A792-B5C4366D4478}"/>
    <dgm:cxn modelId="{6F8AB42E-8327-4823-8C89-598F7B8E2D68}" type="presOf" srcId="{BC547B40-C439-4D50-B813-A13EDB1E4217}" destId="{AC367A75-D49F-4D8B-9AE6-E5399FFE01F2}" srcOrd="0" destOrd="0" presId="urn:microsoft.com/office/officeart/2005/8/layout/vList2"/>
    <dgm:cxn modelId="{DF12DB72-44E6-4D5B-A8F2-A0FA70CD5637}" type="presOf" srcId="{9BD23055-4454-40FA-999A-71007D42A78A}" destId="{D4F8893F-8535-4101-805D-B021A24CB924}" srcOrd="0" destOrd="0" presId="urn:microsoft.com/office/officeart/2005/8/layout/vList2"/>
    <dgm:cxn modelId="{62FD9455-B912-4155-903E-C1926D30D91E}" srcId="{3E5B35E2-78A7-4855-A793-B56FC2D88EC1}" destId="{E62D9F5A-02A7-4992-BF1E-B0D41CAF46B1}" srcOrd="1" destOrd="0" parTransId="{83356C2B-4239-43F7-A3F4-FD24A69C17CE}" sibTransId="{3C340F2A-75F1-42D3-ABE8-B8F12A981C7D}"/>
    <dgm:cxn modelId="{989A945A-8209-4132-AC89-C161AE74C0EE}" type="presOf" srcId="{3E5B35E2-78A7-4855-A793-B56FC2D88EC1}" destId="{7927622B-3A3C-4AFF-BC71-E0F7F9C30B0B}" srcOrd="0" destOrd="0" presId="urn:microsoft.com/office/officeart/2005/8/layout/vList2"/>
    <dgm:cxn modelId="{99FDE781-2047-4899-9DD4-C1355993366A}" type="presOf" srcId="{CADA7969-1EB1-4D2A-B030-F2C1AA355EA5}" destId="{EE1B3A64-E90F-4D4E-AD68-E541143F82F2}" srcOrd="0" destOrd="0" presId="urn:microsoft.com/office/officeart/2005/8/layout/vList2"/>
    <dgm:cxn modelId="{E2D196A2-9812-42A4-947F-89EBB28677EA}" srcId="{3E5B35E2-78A7-4855-A793-B56FC2D88EC1}" destId="{BC547B40-C439-4D50-B813-A13EDB1E4217}" srcOrd="3" destOrd="0" parTransId="{BBCD27B4-C756-4B09-9662-B3808922A5B4}" sibTransId="{45E69D01-E7BB-4328-9424-7D630042F870}"/>
    <dgm:cxn modelId="{FBE327BA-02E6-46D8-96BE-2B5346A7A58E}" srcId="{3E5B35E2-78A7-4855-A793-B56FC2D88EC1}" destId="{CADA7969-1EB1-4D2A-B030-F2C1AA355EA5}" srcOrd="0" destOrd="0" parTransId="{D24D24B1-BB46-4E14-9C3E-4B02A6958C3B}" sibTransId="{5DC36643-1F3E-468C-B92C-95A20923A17A}"/>
    <dgm:cxn modelId="{A737C6D7-A7A7-4C97-831A-DEF69F5C15DD}" type="presOf" srcId="{939839EB-3314-4C5C-91CB-A50811448544}" destId="{F6CA2B59-F309-4AA3-AAFC-F517CF4BD5C9}" srcOrd="0" destOrd="0" presId="urn:microsoft.com/office/officeart/2005/8/layout/vList2"/>
    <dgm:cxn modelId="{13B0F2D8-B2EF-4CC6-9063-7EB44EE85190}" type="presOf" srcId="{E62D9F5A-02A7-4992-BF1E-B0D41CAF46B1}" destId="{6D25F888-1F58-4FC3-97FB-069032EB2248}" srcOrd="0" destOrd="0" presId="urn:microsoft.com/office/officeart/2005/8/layout/vList2"/>
    <dgm:cxn modelId="{C6EE2BFF-8155-41A1-BC29-39C2B38C69A2}" srcId="{3E5B35E2-78A7-4855-A793-B56FC2D88EC1}" destId="{939839EB-3314-4C5C-91CB-A50811448544}" srcOrd="2" destOrd="0" parTransId="{31E5F0F8-92F1-469A-BDD8-2CC9CAE1FC7C}" sibTransId="{0D57E037-4319-462F-9D92-3F433A090D12}"/>
    <dgm:cxn modelId="{73045CFA-3185-4DAB-B6E7-96C174D771CF}" type="presParOf" srcId="{7927622B-3A3C-4AFF-BC71-E0F7F9C30B0B}" destId="{EE1B3A64-E90F-4D4E-AD68-E541143F82F2}" srcOrd="0" destOrd="0" presId="urn:microsoft.com/office/officeart/2005/8/layout/vList2"/>
    <dgm:cxn modelId="{EB50714C-C08E-4564-AF3D-5CBA4979D551}" type="presParOf" srcId="{7927622B-3A3C-4AFF-BC71-E0F7F9C30B0B}" destId="{A1D26494-638E-47C7-B9B7-A3754BF36254}" srcOrd="1" destOrd="0" presId="urn:microsoft.com/office/officeart/2005/8/layout/vList2"/>
    <dgm:cxn modelId="{89ADB1C5-7451-4991-9F3C-9155E80482B7}" type="presParOf" srcId="{7927622B-3A3C-4AFF-BC71-E0F7F9C30B0B}" destId="{6D25F888-1F58-4FC3-97FB-069032EB2248}" srcOrd="2" destOrd="0" presId="urn:microsoft.com/office/officeart/2005/8/layout/vList2"/>
    <dgm:cxn modelId="{FA2E3AB5-3D69-4529-9D99-1DB9CAB6E7E7}" type="presParOf" srcId="{7927622B-3A3C-4AFF-BC71-E0F7F9C30B0B}" destId="{9453C390-B495-435E-BDCC-B7127914E061}" srcOrd="3" destOrd="0" presId="urn:microsoft.com/office/officeart/2005/8/layout/vList2"/>
    <dgm:cxn modelId="{865B85AE-EB88-4F90-9AF3-2EBFCCA0B69E}" type="presParOf" srcId="{7927622B-3A3C-4AFF-BC71-E0F7F9C30B0B}" destId="{F6CA2B59-F309-4AA3-AAFC-F517CF4BD5C9}" srcOrd="4" destOrd="0" presId="urn:microsoft.com/office/officeart/2005/8/layout/vList2"/>
    <dgm:cxn modelId="{89980589-606D-4822-B96E-DF393DB8292D}" type="presParOf" srcId="{7927622B-3A3C-4AFF-BC71-E0F7F9C30B0B}" destId="{EEC561C8-9510-427C-AF2F-B80C5AC4E690}" srcOrd="5" destOrd="0" presId="urn:microsoft.com/office/officeart/2005/8/layout/vList2"/>
    <dgm:cxn modelId="{4B9DECF0-9B3E-487C-9D5F-7363CF6D9726}" type="presParOf" srcId="{7927622B-3A3C-4AFF-BC71-E0F7F9C30B0B}" destId="{AC367A75-D49F-4D8B-9AE6-E5399FFE01F2}" srcOrd="6" destOrd="0" presId="urn:microsoft.com/office/officeart/2005/8/layout/vList2"/>
    <dgm:cxn modelId="{F1625874-3D68-4898-824D-8B7090A8A30B}" type="presParOf" srcId="{7927622B-3A3C-4AFF-BC71-E0F7F9C30B0B}" destId="{8C81198B-1F13-4D5B-85AE-082A54AC1169}" srcOrd="7" destOrd="0" presId="urn:microsoft.com/office/officeart/2005/8/layout/vList2"/>
    <dgm:cxn modelId="{0380F421-0B7F-457A-BE78-C184F0F8290A}" type="presParOf" srcId="{7927622B-3A3C-4AFF-BC71-E0F7F9C30B0B}" destId="{D4F8893F-8535-4101-805D-B021A24CB92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73F5F3-0097-44D3-9D2F-1624B57D05FD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D2A3E33-7943-4F33-AA2F-6E67E33118BD}">
      <dgm:prSet/>
      <dgm:spPr/>
      <dgm:t>
        <a:bodyPr/>
        <a:lstStyle/>
        <a:p>
          <a:r>
            <a:rPr lang="en-IN"/>
            <a:t>MySQL server database connection for countries world dataset </a:t>
          </a:r>
          <a:endParaRPr lang="en-US"/>
        </a:p>
      </dgm:t>
    </dgm:pt>
    <dgm:pt modelId="{BF5840CB-F9ED-4DD8-8A1F-0042EB98AB0F}" type="parTrans" cxnId="{8FFCA452-54CB-4444-AE03-1E6EF813D2CA}">
      <dgm:prSet/>
      <dgm:spPr/>
      <dgm:t>
        <a:bodyPr/>
        <a:lstStyle/>
        <a:p>
          <a:endParaRPr lang="en-US"/>
        </a:p>
      </dgm:t>
    </dgm:pt>
    <dgm:pt modelId="{74B0F4BA-A087-4633-900A-780FE070E3EF}" type="sibTrans" cxnId="{8FFCA452-54CB-4444-AE03-1E6EF813D2CA}">
      <dgm:prSet/>
      <dgm:spPr/>
      <dgm:t>
        <a:bodyPr/>
        <a:lstStyle/>
        <a:p>
          <a:endParaRPr lang="en-US"/>
        </a:p>
      </dgm:t>
    </dgm:pt>
    <dgm:pt modelId="{E213EBD7-D96C-44EE-8E7C-97133FF39F70}">
      <dgm:prSet/>
      <dgm:spPr/>
      <dgm:t>
        <a:bodyPr/>
        <a:lstStyle/>
        <a:p>
          <a:r>
            <a:rPr lang="en-IN"/>
            <a:t>Excel workbook connection for GDP by country 1960 – 2016 dataset</a:t>
          </a:r>
          <a:endParaRPr lang="en-US"/>
        </a:p>
      </dgm:t>
    </dgm:pt>
    <dgm:pt modelId="{EC74AFB6-9B8E-4CF5-BBA1-7393098DDA4C}" type="parTrans" cxnId="{641E57C3-6FE6-4443-A6CE-A79C86A79147}">
      <dgm:prSet/>
      <dgm:spPr/>
      <dgm:t>
        <a:bodyPr/>
        <a:lstStyle/>
        <a:p>
          <a:endParaRPr lang="en-US"/>
        </a:p>
      </dgm:t>
    </dgm:pt>
    <dgm:pt modelId="{B6618C25-802A-497F-85BD-8D1940FFFC07}" type="sibTrans" cxnId="{641E57C3-6FE6-4443-A6CE-A79C86A79147}">
      <dgm:prSet/>
      <dgm:spPr/>
      <dgm:t>
        <a:bodyPr/>
        <a:lstStyle/>
        <a:p>
          <a:endParaRPr lang="en-US"/>
        </a:p>
      </dgm:t>
    </dgm:pt>
    <dgm:pt modelId="{D3E2C334-3F33-4216-9EF8-C1FC7D391AB2}">
      <dgm:prSet/>
      <dgm:spPr/>
      <dgm:t>
        <a:bodyPr/>
        <a:lstStyle/>
        <a:p>
          <a:r>
            <a:rPr lang="en-IN"/>
            <a:t>CSV connection for meta data country and population per country dataset </a:t>
          </a:r>
          <a:endParaRPr lang="en-US"/>
        </a:p>
      </dgm:t>
    </dgm:pt>
    <dgm:pt modelId="{9A0318E2-D1AE-48F8-85AC-10D39D6FFB0D}" type="parTrans" cxnId="{BDCE1E2F-91F1-4D6A-8C7A-59C72E2480FD}">
      <dgm:prSet/>
      <dgm:spPr/>
      <dgm:t>
        <a:bodyPr/>
        <a:lstStyle/>
        <a:p>
          <a:endParaRPr lang="en-US"/>
        </a:p>
      </dgm:t>
    </dgm:pt>
    <dgm:pt modelId="{C6475B28-84C4-41D0-8C7B-4FEF4159CFE1}" type="sibTrans" cxnId="{BDCE1E2F-91F1-4D6A-8C7A-59C72E2480FD}">
      <dgm:prSet/>
      <dgm:spPr/>
      <dgm:t>
        <a:bodyPr/>
        <a:lstStyle/>
        <a:p>
          <a:endParaRPr lang="en-US"/>
        </a:p>
      </dgm:t>
    </dgm:pt>
    <dgm:pt modelId="{FA5E0C26-B4F2-4BB6-BED8-6BF36E3F57BE}" type="pres">
      <dgm:prSet presAssocID="{1973F5F3-0097-44D3-9D2F-1624B57D05F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79209E2-C0A2-41C6-8196-1A20BEA7A3AC}" type="pres">
      <dgm:prSet presAssocID="{DD2A3E33-7943-4F33-AA2F-6E67E33118BD}" presName="hierRoot1" presStyleCnt="0"/>
      <dgm:spPr/>
    </dgm:pt>
    <dgm:pt modelId="{B898BA24-FFFA-48C7-9EFC-F9073466E070}" type="pres">
      <dgm:prSet presAssocID="{DD2A3E33-7943-4F33-AA2F-6E67E33118BD}" presName="composite" presStyleCnt="0"/>
      <dgm:spPr/>
    </dgm:pt>
    <dgm:pt modelId="{76A08727-AF67-4B22-AF2F-CE0562AC7081}" type="pres">
      <dgm:prSet presAssocID="{DD2A3E33-7943-4F33-AA2F-6E67E33118BD}" presName="background" presStyleLbl="node0" presStyleIdx="0" presStyleCnt="3"/>
      <dgm:spPr/>
    </dgm:pt>
    <dgm:pt modelId="{9A399F4C-B578-4F2A-B616-F441316228CC}" type="pres">
      <dgm:prSet presAssocID="{DD2A3E33-7943-4F33-AA2F-6E67E33118BD}" presName="text" presStyleLbl="fgAcc0" presStyleIdx="0" presStyleCnt="3">
        <dgm:presLayoutVars>
          <dgm:chPref val="3"/>
        </dgm:presLayoutVars>
      </dgm:prSet>
      <dgm:spPr/>
    </dgm:pt>
    <dgm:pt modelId="{B712AC9C-F226-44C4-8B3E-15C0B7BB81C2}" type="pres">
      <dgm:prSet presAssocID="{DD2A3E33-7943-4F33-AA2F-6E67E33118BD}" presName="hierChild2" presStyleCnt="0"/>
      <dgm:spPr/>
    </dgm:pt>
    <dgm:pt modelId="{770D027A-843D-4926-BA3A-D36C9EB048FD}" type="pres">
      <dgm:prSet presAssocID="{E213EBD7-D96C-44EE-8E7C-97133FF39F70}" presName="hierRoot1" presStyleCnt="0"/>
      <dgm:spPr/>
    </dgm:pt>
    <dgm:pt modelId="{488E1FE0-DD9B-47E5-A255-0662B99EF01A}" type="pres">
      <dgm:prSet presAssocID="{E213EBD7-D96C-44EE-8E7C-97133FF39F70}" presName="composite" presStyleCnt="0"/>
      <dgm:spPr/>
    </dgm:pt>
    <dgm:pt modelId="{4E9F0ECC-32A7-423A-86CE-3C26D23ACE0E}" type="pres">
      <dgm:prSet presAssocID="{E213EBD7-D96C-44EE-8E7C-97133FF39F70}" presName="background" presStyleLbl="node0" presStyleIdx="1" presStyleCnt="3"/>
      <dgm:spPr/>
    </dgm:pt>
    <dgm:pt modelId="{30F15203-E376-4705-BC0E-F032E067E4CD}" type="pres">
      <dgm:prSet presAssocID="{E213EBD7-D96C-44EE-8E7C-97133FF39F70}" presName="text" presStyleLbl="fgAcc0" presStyleIdx="1" presStyleCnt="3">
        <dgm:presLayoutVars>
          <dgm:chPref val="3"/>
        </dgm:presLayoutVars>
      </dgm:prSet>
      <dgm:spPr/>
    </dgm:pt>
    <dgm:pt modelId="{B825ACA1-C72B-44DE-9391-719C8B707515}" type="pres">
      <dgm:prSet presAssocID="{E213EBD7-D96C-44EE-8E7C-97133FF39F70}" presName="hierChild2" presStyleCnt="0"/>
      <dgm:spPr/>
    </dgm:pt>
    <dgm:pt modelId="{A90F4A63-36D6-4A81-B785-E2D6A1D87609}" type="pres">
      <dgm:prSet presAssocID="{D3E2C334-3F33-4216-9EF8-C1FC7D391AB2}" presName="hierRoot1" presStyleCnt="0"/>
      <dgm:spPr/>
    </dgm:pt>
    <dgm:pt modelId="{36CD42C9-8998-4529-9F3C-551DD85132F4}" type="pres">
      <dgm:prSet presAssocID="{D3E2C334-3F33-4216-9EF8-C1FC7D391AB2}" presName="composite" presStyleCnt="0"/>
      <dgm:spPr/>
    </dgm:pt>
    <dgm:pt modelId="{470D1878-C3D1-485D-8800-AA2C2A99020D}" type="pres">
      <dgm:prSet presAssocID="{D3E2C334-3F33-4216-9EF8-C1FC7D391AB2}" presName="background" presStyleLbl="node0" presStyleIdx="2" presStyleCnt="3"/>
      <dgm:spPr/>
    </dgm:pt>
    <dgm:pt modelId="{461C1985-40AB-496D-99ED-5978173F2157}" type="pres">
      <dgm:prSet presAssocID="{D3E2C334-3F33-4216-9EF8-C1FC7D391AB2}" presName="text" presStyleLbl="fgAcc0" presStyleIdx="2" presStyleCnt="3">
        <dgm:presLayoutVars>
          <dgm:chPref val="3"/>
        </dgm:presLayoutVars>
      </dgm:prSet>
      <dgm:spPr/>
    </dgm:pt>
    <dgm:pt modelId="{871D28A3-E458-4F4C-A63F-216A36C9AAA4}" type="pres">
      <dgm:prSet presAssocID="{D3E2C334-3F33-4216-9EF8-C1FC7D391AB2}" presName="hierChild2" presStyleCnt="0"/>
      <dgm:spPr/>
    </dgm:pt>
  </dgm:ptLst>
  <dgm:cxnLst>
    <dgm:cxn modelId="{BDCE1E2F-91F1-4D6A-8C7A-59C72E2480FD}" srcId="{1973F5F3-0097-44D3-9D2F-1624B57D05FD}" destId="{D3E2C334-3F33-4216-9EF8-C1FC7D391AB2}" srcOrd="2" destOrd="0" parTransId="{9A0318E2-D1AE-48F8-85AC-10D39D6FFB0D}" sibTransId="{C6475B28-84C4-41D0-8C7B-4FEF4159CFE1}"/>
    <dgm:cxn modelId="{AFFB285F-AD38-4F97-9A82-3C9EA679B6C6}" type="presOf" srcId="{E213EBD7-D96C-44EE-8E7C-97133FF39F70}" destId="{30F15203-E376-4705-BC0E-F032E067E4CD}" srcOrd="0" destOrd="0" presId="urn:microsoft.com/office/officeart/2005/8/layout/hierarchy1"/>
    <dgm:cxn modelId="{8FFCA452-54CB-4444-AE03-1E6EF813D2CA}" srcId="{1973F5F3-0097-44D3-9D2F-1624B57D05FD}" destId="{DD2A3E33-7943-4F33-AA2F-6E67E33118BD}" srcOrd="0" destOrd="0" parTransId="{BF5840CB-F9ED-4DD8-8A1F-0042EB98AB0F}" sibTransId="{74B0F4BA-A087-4633-900A-780FE070E3EF}"/>
    <dgm:cxn modelId="{641E57C3-6FE6-4443-A6CE-A79C86A79147}" srcId="{1973F5F3-0097-44D3-9D2F-1624B57D05FD}" destId="{E213EBD7-D96C-44EE-8E7C-97133FF39F70}" srcOrd="1" destOrd="0" parTransId="{EC74AFB6-9B8E-4CF5-BBA1-7393098DDA4C}" sibTransId="{B6618C25-802A-497F-85BD-8D1940FFFC07}"/>
    <dgm:cxn modelId="{CC8011CE-9A24-4C47-8B09-F5F8B3EFBF73}" type="presOf" srcId="{DD2A3E33-7943-4F33-AA2F-6E67E33118BD}" destId="{9A399F4C-B578-4F2A-B616-F441316228CC}" srcOrd="0" destOrd="0" presId="urn:microsoft.com/office/officeart/2005/8/layout/hierarchy1"/>
    <dgm:cxn modelId="{F9589ACE-D7C1-4796-8D3B-7C620CCF6043}" type="presOf" srcId="{1973F5F3-0097-44D3-9D2F-1624B57D05FD}" destId="{FA5E0C26-B4F2-4BB6-BED8-6BF36E3F57BE}" srcOrd="0" destOrd="0" presId="urn:microsoft.com/office/officeart/2005/8/layout/hierarchy1"/>
    <dgm:cxn modelId="{24C38AD8-619D-43B9-99D3-BC0375DD1F3A}" type="presOf" srcId="{D3E2C334-3F33-4216-9EF8-C1FC7D391AB2}" destId="{461C1985-40AB-496D-99ED-5978173F2157}" srcOrd="0" destOrd="0" presId="urn:microsoft.com/office/officeart/2005/8/layout/hierarchy1"/>
    <dgm:cxn modelId="{77865F07-0D08-4E46-B02F-245C92BF18C8}" type="presParOf" srcId="{FA5E0C26-B4F2-4BB6-BED8-6BF36E3F57BE}" destId="{479209E2-C0A2-41C6-8196-1A20BEA7A3AC}" srcOrd="0" destOrd="0" presId="urn:microsoft.com/office/officeart/2005/8/layout/hierarchy1"/>
    <dgm:cxn modelId="{FAE796CF-E0E9-472A-8A45-970FB5E32AC3}" type="presParOf" srcId="{479209E2-C0A2-41C6-8196-1A20BEA7A3AC}" destId="{B898BA24-FFFA-48C7-9EFC-F9073466E070}" srcOrd="0" destOrd="0" presId="urn:microsoft.com/office/officeart/2005/8/layout/hierarchy1"/>
    <dgm:cxn modelId="{EE55D39E-B59A-4256-A509-86455D829051}" type="presParOf" srcId="{B898BA24-FFFA-48C7-9EFC-F9073466E070}" destId="{76A08727-AF67-4B22-AF2F-CE0562AC7081}" srcOrd="0" destOrd="0" presId="urn:microsoft.com/office/officeart/2005/8/layout/hierarchy1"/>
    <dgm:cxn modelId="{4424DADB-F870-4F43-B247-A9C17DD71D07}" type="presParOf" srcId="{B898BA24-FFFA-48C7-9EFC-F9073466E070}" destId="{9A399F4C-B578-4F2A-B616-F441316228CC}" srcOrd="1" destOrd="0" presId="urn:microsoft.com/office/officeart/2005/8/layout/hierarchy1"/>
    <dgm:cxn modelId="{96F42752-F458-48AE-81CE-17F8100E9157}" type="presParOf" srcId="{479209E2-C0A2-41C6-8196-1A20BEA7A3AC}" destId="{B712AC9C-F226-44C4-8B3E-15C0B7BB81C2}" srcOrd="1" destOrd="0" presId="urn:microsoft.com/office/officeart/2005/8/layout/hierarchy1"/>
    <dgm:cxn modelId="{6E8CC911-FABE-4932-A871-FCD7BABC2FB5}" type="presParOf" srcId="{FA5E0C26-B4F2-4BB6-BED8-6BF36E3F57BE}" destId="{770D027A-843D-4926-BA3A-D36C9EB048FD}" srcOrd="1" destOrd="0" presId="urn:microsoft.com/office/officeart/2005/8/layout/hierarchy1"/>
    <dgm:cxn modelId="{39459CD4-AED6-4872-8CFA-4759FE7DF4A8}" type="presParOf" srcId="{770D027A-843D-4926-BA3A-D36C9EB048FD}" destId="{488E1FE0-DD9B-47E5-A255-0662B99EF01A}" srcOrd="0" destOrd="0" presId="urn:microsoft.com/office/officeart/2005/8/layout/hierarchy1"/>
    <dgm:cxn modelId="{7AA86031-74F0-4053-8805-4A07359E4100}" type="presParOf" srcId="{488E1FE0-DD9B-47E5-A255-0662B99EF01A}" destId="{4E9F0ECC-32A7-423A-86CE-3C26D23ACE0E}" srcOrd="0" destOrd="0" presId="urn:microsoft.com/office/officeart/2005/8/layout/hierarchy1"/>
    <dgm:cxn modelId="{5AEEBB05-2E62-4A38-AB15-39D50E319194}" type="presParOf" srcId="{488E1FE0-DD9B-47E5-A255-0662B99EF01A}" destId="{30F15203-E376-4705-BC0E-F032E067E4CD}" srcOrd="1" destOrd="0" presId="urn:microsoft.com/office/officeart/2005/8/layout/hierarchy1"/>
    <dgm:cxn modelId="{4F61EAF4-A509-422D-B9AF-23EE1CC07B98}" type="presParOf" srcId="{770D027A-843D-4926-BA3A-D36C9EB048FD}" destId="{B825ACA1-C72B-44DE-9391-719C8B707515}" srcOrd="1" destOrd="0" presId="urn:microsoft.com/office/officeart/2005/8/layout/hierarchy1"/>
    <dgm:cxn modelId="{3060FB52-A7FC-4CE6-8373-B921A3584E1B}" type="presParOf" srcId="{FA5E0C26-B4F2-4BB6-BED8-6BF36E3F57BE}" destId="{A90F4A63-36D6-4A81-B785-E2D6A1D87609}" srcOrd="2" destOrd="0" presId="urn:microsoft.com/office/officeart/2005/8/layout/hierarchy1"/>
    <dgm:cxn modelId="{16FB0522-57DE-469D-A7CA-9774BE06585A}" type="presParOf" srcId="{A90F4A63-36D6-4A81-B785-E2D6A1D87609}" destId="{36CD42C9-8998-4529-9F3C-551DD85132F4}" srcOrd="0" destOrd="0" presId="urn:microsoft.com/office/officeart/2005/8/layout/hierarchy1"/>
    <dgm:cxn modelId="{387120FA-092B-488F-A551-4C8FE8AC1BBD}" type="presParOf" srcId="{36CD42C9-8998-4529-9F3C-551DD85132F4}" destId="{470D1878-C3D1-485D-8800-AA2C2A99020D}" srcOrd="0" destOrd="0" presId="urn:microsoft.com/office/officeart/2005/8/layout/hierarchy1"/>
    <dgm:cxn modelId="{BE92BB51-C9A0-4DE4-8709-8487D654510F}" type="presParOf" srcId="{36CD42C9-8998-4529-9F3C-551DD85132F4}" destId="{461C1985-40AB-496D-99ED-5978173F2157}" srcOrd="1" destOrd="0" presId="urn:microsoft.com/office/officeart/2005/8/layout/hierarchy1"/>
    <dgm:cxn modelId="{C9079CFD-159F-4D81-94BF-0F4C351054B5}" type="presParOf" srcId="{A90F4A63-36D6-4A81-B785-E2D6A1D87609}" destId="{871D28A3-E458-4F4C-A63F-216A36C9AAA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346869-AE46-4C07-9B30-B4231EC06F57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12FE273-230B-446A-9489-25C986D5C672}">
      <dgm:prSet/>
      <dgm:spPr/>
      <dgm:t>
        <a:bodyPr/>
        <a:lstStyle/>
        <a:p>
          <a:r>
            <a:rPr lang="en-IN"/>
            <a:t>Identified max and min population, infant mortality and GDP using max and min function</a:t>
          </a:r>
          <a:endParaRPr lang="en-US"/>
        </a:p>
      </dgm:t>
    </dgm:pt>
    <dgm:pt modelId="{DAFDF631-FED0-44E2-AEBA-5C80FEA790D0}" type="parTrans" cxnId="{E539FE25-CCB8-46B0-BA5F-DEF47FDA5717}">
      <dgm:prSet/>
      <dgm:spPr/>
      <dgm:t>
        <a:bodyPr/>
        <a:lstStyle/>
        <a:p>
          <a:endParaRPr lang="en-US"/>
        </a:p>
      </dgm:t>
    </dgm:pt>
    <dgm:pt modelId="{1F5DA889-B987-4E47-92EB-1602A7C6D74C}" type="sibTrans" cxnId="{E539FE25-CCB8-46B0-BA5F-DEF47FDA5717}">
      <dgm:prSet/>
      <dgm:spPr/>
      <dgm:t>
        <a:bodyPr/>
        <a:lstStyle/>
        <a:p>
          <a:endParaRPr lang="en-US"/>
        </a:p>
      </dgm:t>
    </dgm:pt>
    <dgm:pt modelId="{D3BB9364-60B3-4DDE-A0F2-A45042A77006}">
      <dgm:prSet/>
      <dgm:spPr/>
      <dgm:t>
        <a:bodyPr/>
        <a:lstStyle/>
        <a:p>
          <a:r>
            <a:rPr lang="en-IN"/>
            <a:t>Calculated total GDP and population of the country using sum function</a:t>
          </a:r>
          <a:endParaRPr lang="en-US"/>
        </a:p>
      </dgm:t>
    </dgm:pt>
    <dgm:pt modelId="{6EC0C8DA-2869-4FE3-9308-509CDBAC7784}" type="parTrans" cxnId="{D9525F17-F5B3-46DC-AB9B-75E9A93302C5}">
      <dgm:prSet/>
      <dgm:spPr/>
      <dgm:t>
        <a:bodyPr/>
        <a:lstStyle/>
        <a:p>
          <a:endParaRPr lang="en-US"/>
        </a:p>
      </dgm:t>
    </dgm:pt>
    <dgm:pt modelId="{2293C0E6-3B43-46D5-B0FE-2FDF6EA88A99}" type="sibTrans" cxnId="{D9525F17-F5B3-46DC-AB9B-75E9A93302C5}">
      <dgm:prSet/>
      <dgm:spPr/>
      <dgm:t>
        <a:bodyPr/>
        <a:lstStyle/>
        <a:p>
          <a:endParaRPr lang="en-US"/>
        </a:p>
      </dgm:t>
    </dgm:pt>
    <dgm:pt modelId="{38261A09-11CD-473F-A025-0E3A8184E4A8}">
      <dgm:prSet/>
      <dgm:spPr/>
      <dgm:t>
        <a:bodyPr/>
        <a:lstStyle/>
        <a:p>
          <a:r>
            <a:rPr lang="en-IN"/>
            <a:t>Used average function to identify the average population, infant mortality and GDP per country </a:t>
          </a:r>
          <a:endParaRPr lang="en-US"/>
        </a:p>
      </dgm:t>
    </dgm:pt>
    <dgm:pt modelId="{C16684BC-496C-4A6F-AFF5-00D94451D92D}" type="parTrans" cxnId="{2DE7CA3C-BA33-4E0C-8163-B9DED8DBCA48}">
      <dgm:prSet/>
      <dgm:spPr/>
      <dgm:t>
        <a:bodyPr/>
        <a:lstStyle/>
        <a:p>
          <a:endParaRPr lang="en-US"/>
        </a:p>
      </dgm:t>
    </dgm:pt>
    <dgm:pt modelId="{F56EC676-51F8-46EE-850C-C1D87659FAA3}" type="sibTrans" cxnId="{2DE7CA3C-BA33-4E0C-8163-B9DED8DBCA48}">
      <dgm:prSet/>
      <dgm:spPr/>
      <dgm:t>
        <a:bodyPr/>
        <a:lstStyle/>
        <a:p>
          <a:endParaRPr lang="en-US"/>
        </a:p>
      </dgm:t>
    </dgm:pt>
    <dgm:pt modelId="{AD5930C8-C66B-4351-8847-5DAA15C98083}" type="pres">
      <dgm:prSet presAssocID="{AF346869-AE46-4C07-9B30-B4231EC06F57}" presName="outerComposite" presStyleCnt="0">
        <dgm:presLayoutVars>
          <dgm:chMax val="5"/>
          <dgm:dir/>
          <dgm:resizeHandles val="exact"/>
        </dgm:presLayoutVars>
      </dgm:prSet>
      <dgm:spPr/>
    </dgm:pt>
    <dgm:pt modelId="{3C02E7E7-707B-45E8-85E2-380D5D5E2F6A}" type="pres">
      <dgm:prSet presAssocID="{AF346869-AE46-4C07-9B30-B4231EC06F57}" presName="dummyMaxCanvas" presStyleCnt="0">
        <dgm:presLayoutVars/>
      </dgm:prSet>
      <dgm:spPr/>
    </dgm:pt>
    <dgm:pt modelId="{3E0CCA0D-6F53-459D-98E0-FCD098E30A25}" type="pres">
      <dgm:prSet presAssocID="{AF346869-AE46-4C07-9B30-B4231EC06F57}" presName="ThreeNodes_1" presStyleLbl="node1" presStyleIdx="0" presStyleCnt="3">
        <dgm:presLayoutVars>
          <dgm:bulletEnabled val="1"/>
        </dgm:presLayoutVars>
      </dgm:prSet>
      <dgm:spPr/>
    </dgm:pt>
    <dgm:pt modelId="{A92C692F-C5ED-4B74-AD99-803DC38A128B}" type="pres">
      <dgm:prSet presAssocID="{AF346869-AE46-4C07-9B30-B4231EC06F57}" presName="ThreeNodes_2" presStyleLbl="node1" presStyleIdx="1" presStyleCnt="3">
        <dgm:presLayoutVars>
          <dgm:bulletEnabled val="1"/>
        </dgm:presLayoutVars>
      </dgm:prSet>
      <dgm:spPr/>
    </dgm:pt>
    <dgm:pt modelId="{7D7EFBAF-0C4F-4B56-99A5-B4F4A876433C}" type="pres">
      <dgm:prSet presAssocID="{AF346869-AE46-4C07-9B30-B4231EC06F57}" presName="ThreeNodes_3" presStyleLbl="node1" presStyleIdx="2" presStyleCnt="3">
        <dgm:presLayoutVars>
          <dgm:bulletEnabled val="1"/>
        </dgm:presLayoutVars>
      </dgm:prSet>
      <dgm:spPr/>
    </dgm:pt>
    <dgm:pt modelId="{CEDF183D-CA0E-420A-8947-2E8AFAB496A8}" type="pres">
      <dgm:prSet presAssocID="{AF346869-AE46-4C07-9B30-B4231EC06F57}" presName="ThreeConn_1-2" presStyleLbl="fgAccFollowNode1" presStyleIdx="0" presStyleCnt="2">
        <dgm:presLayoutVars>
          <dgm:bulletEnabled val="1"/>
        </dgm:presLayoutVars>
      </dgm:prSet>
      <dgm:spPr/>
    </dgm:pt>
    <dgm:pt modelId="{791FD572-6263-4D0A-9DAE-A4911E2CF1BD}" type="pres">
      <dgm:prSet presAssocID="{AF346869-AE46-4C07-9B30-B4231EC06F57}" presName="ThreeConn_2-3" presStyleLbl="fgAccFollowNode1" presStyleIdx="1" presStyleCnt="2">
        <dgm:presLayoutVars>
          <dgm:bulletEnabled val="1"/>
        </dgm:presLayoutVars>
      </dgm:prSet>
      <dgm:spPr/>
    </dgm:pt>
    <dgm:pt modelId="{A07470EC-BB10-4626-8BC7-4A8CCF6810DD}" type="pres">
      <dgm:prSet presAssocID="{AF346869-AE46-4C07-9B30-B4231EC06F57}" presName="ThreeNodes_1_text" presStyleLbl="node1" presStyleIdx="2" presStyleCnt="3">
        <dgm:presLayoutVars>
          <dgm:bulletEnabled val="1"/>
        </dgm:presLayoutVars>
      </dgm:prSet>
      <dgm:spPr/>
    </dgm:pt>
    <dgm:pt modelId="{CAEACC49-8E58-43CB-A7B3-8452639B35F7}" type="pres">
      <dgm:prSet presAssocID="{AF346869-AE46-4C07-9B30-B4231EC06F57}" presName="ThreeNodes_2_text" presStyleLbl="node1" presStyleIdx="2" presStyleCnt="3">
        <dgm:presLayoutVars>
          <dgm:bulletEnabled val="1"/>
        </dgm:presLayoutVars>
      </dgm:prSet>
      <dgm:spPr/>
    </dgm:pt>
    <dgm:pt modelId="{2A34F48C-5C60-4AAA-8315-EFBE2DC22446}" type="pres">
      <dgm:prSet presAssocID="{AF346869-AE46-4C07-9B30-B4231EC06F5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7CAA7405-CCFB-46B5-A969-245A126E2E9E}" type="presOf" srcId="{112FE273-230B-446A-9489-25C986D5C672}" destId="{3E0CCA0D-6F53-459D-98E0-FCD098E30A25}" srcOrd="0" destOrd="0" presId="urn:microsoft.com/office/officeart/2005/8/layout/vProcess5"/>
    <dgm:cxn modelId="{D9525F17-F5B3-46DC-AB9B-75E9A93302C5}" srcId="{AF346869-AE46-4C07-9B30-B4231EC06F57}" destId="{D3BB9364-60B3-4DDE-A0F2-A45042A77006}" srcOrd="1" destOrd="0" parTransId="{6EC0C8DA-2869-4FE3-9308-509CDBAC7784}" sibTransId="{2293C0E6-3B43-46D5-B0FE-2FDF6EA88A99}"/>
    <dgm:cxn modelId="{E539FE25-CCB8-46B0-BA5F-DEF47FDA5717}" srcId="{AF346869-AE46-4C07-9B30-B4231EC06F57}" destId="{112FE273-230B-446A-9489-25C986D5C672}" srcOrd="0" destOrd="0" parTransId="{DAFDF631-FED0-44E2-AEBA-5C80FEA790D0}" sibTransId="{1F5DA889-B987-4E47-92EB-1602A7C6D74C}"/>
    <dgm:cxn modelId="{2DE7CA3C-BA33-4E0C-8163-B9DED8DBCA48}" srcId="{AF346869-AE46-4C07-9B30-B4231EC06F57}" destId="{38261A09-11CD-473F-A025-0E3A8184E4A8}" srcOrd="2" destOrd="0" parTransId="{C16684BC-496C-4A6F-AFF5-00D94451D92D}" sibTransId="{F56EC676-51F8-46EE-850C-C1D87659FAA3}"/>
    <dgm:cxn modelId="{88D6E070-A878-425D-B687-207D4882E58F}" type="presOf" srcId="{1F5DA889-B987-4E47-92EB-1602A7C6D74C}" destId="{CEDF183D-CA0E-420A-8947-2E8AFAB496A8}" srcOrd="0" destOrd="0" presId="urn:microsoft.com/office/officeart/2005/8/layout/vProcess5"/>
    <dgm:cxn modelId="{79080573-FBD0-4D32-A83C-1A99740EDE3F}" type="presOf" srcId="{D3BB9364-60B3-4DDE-A0F2-A45042A77006}" destId="{A92C692F-C5ED-4B74-AD99-803DC38A128B}" srcOrd="0" destOrd="0" presId="urn:microsoft.com/office/officeart/2005/8/layout/vProcess5"/>
    <dgm:cxn modelId="{D403AD7A-F443-49EB-A6D3-E74765535FD6}" type="presOf" srcId="{38261A09-11CD-473F-A025-0E3A8184E4A8}" destId="{7D7EFBAF-0C4F-4B56-99A5-B4F4A876433C}" srcOrd="0" destOrd="0" presId="urn:microsoft.com/office/officeart/2005/8/layout/vProcess5"/>
    <dgm:cxn modelId="{D38A5589-5C0B-47DD-BEE8-23A9950EAD6A}" type="presOf" srcId="{38261A09-11CD-473F-A025-0E3A8184E4A8}" destId="{2A34F48C-5C60-4AAA-8315-EFBE2DC22446}" srcOrd="1" destOrd="0" presId="urn:microsoft.com/office/officeart/2005/8/layout/vProcess5"/>
    <dgm:cxn modelId="{9D6BD899-7B4D-4FB7-9118-EBE724001E0A}" type="presOf" srcId="{D3BB9364-60B3-4DDE-A0F2-A45042A77006}" destId="{CAEACC49-8E58-43CB-A7B3-8452639B35F7}" srcOrd="1" destOrd="0" presId="urn:microsoft.com/office/officeart/2005/8/layout/vProcess5"/>
    <dgm:cxn modelId="{867505CA-969B-4D89-AED8-226529D71AF9}" type="presOf" srcId="{AF346869-AE46-4C07-9B30-B4231EC06F57}" destId="{AD5930C8-C66B-4351-8847-5DAA15C98083}" srcOrd="0" destOrd="0" presId="urn:microsoft.com/office/officeart/2005/8/layout/vProcess5"/>
    <dgm:cxn modelId="{CA1060EC-6449-4764-B1EB-1BF2B6DA4528}" type="presOf" srcId="{112FE273-230B-446A-9489-25C986D5C672}" destId="{A07470EC-BB10-4626-8BC7-4A8CCF6810DD}" srcOrd="1" destOrd="0" presId="urn:microsoft.com/office/officeart/2005/8/layout/vProcess5"/>
    <dgm:cxn modelId="{4CCCC5FF-4A4E-4C7E-80CC-E2A7B26BC4B9}" type="presOf" srcId="{2293C0E6-3B43-46D5-B0FE-2FDF6EA88A99}" destId="{791FD572-6263-4D0A-9DAE-A4911E2CF1BD}" srcOrd="0" destOrd="0" presId="urn:microsoft.com/office/officeart/2005/8/layout/vProcess5"/>
    <dgm:cxn modelId="{E3FEBB0D-D7E5-4C78-B508-956AD2B8470E}" type="presParOf" srcId="{AD5930C8-C66B-4351-8847-5DAA15C98083}" destId="{3C02E7E7-707B-45E8-85E2-380D5D5E2F6A}" srcOrd="0" destOrd="0" presId="urn:microsoft.com/office/officeart/2005/8/layout/vProcess5"/>
    <dgm:cxn modelId="{C5668FE6-BF91-438B-A45C-8D02EB6C1F5F}" type="presParOf" srcId="{AD5930C8-C66B-4351-8847-5DAA15C98083}" destId="{3E0CCA0D-6F53-459D-98E0-FCD098E30A25}" srcOrd="1" destOrd="0" presId="urn:microsoft.com/office/officeart/2005/8/layout/vProcess5"/>
    <dgm:cxn modelId="{BCDF7C4E-723A-4FC0-81F4-5C557AABE432}" type="presParOf" srcId="{AD5930C8-C66B-4351-8847-5DAA15C98083}" destId="{A92C692F-C5ED-4B74-AD99-803DC38A128B}" srcOrd="2" destOrd="0" presId="urn:microsoft.com/office/officeart/2005/8/layout/vProcess5"/>
    <dgm:cxn modelId="{D0F3D562-9896-4D77-9412-2F139071B41C}" type="presParOf" srcId="{AD5930C8-C66B-4351-8847-5DAA15C98083}" destId="{7D7EFBAF-0C4F-4B56-99A5-B4F4A876433C}" srcOrd="3" destOrd="0" presId="urn:microsoft.com/office/officeart/2005/8/layout/vProcess5"/>
    <dgm:cxn modelId="{43712CBA-98E7-49A1-9093-1388C148150B}" type="presParOf" srcId="{AD5930C8-C66B-4351-8847-5DAA15C98083}" destId="{CEDF183D-CA0E-420A-8947-2E8AFAB496A8}" srcOrd="4" destOrd="0" presId="urn:microsoft.com/office/officeart/2005/8/layout/vProcess5"/>
    <dgm:cxn modelId="{6E62B6B2-074B-45D9-BE26-D13A269575DF}" type="presParOf" srcId="{AD5930C8-C66B-4351-8847-5DAA15C98083}" destId="{791FD572-6263-4D0A-9DAE-A4911E2CF1BD}" srcOrd="5" destOrd="0" presId="urn:microsoft.com/office/officeart/2005/8/layout/vProcess5"/>
    <dgm:cxn modelId="{BA3D88B0-4870-4EF4-BA7A-F7BD521A6718}" type="presParOf" srcId="{AD5930C8-C66B-4351-8847-5DAA15C98083}" destId="{A07470EC-BB10-4626-8BC7-4A8CCF6810DD}" srcOrd="6" destOrd="0" presId="urn:microsoft.com/office/officeart/2005/8/layout/vProcess5"/>
    <dgm:cxn modelId="{A64E77D2-3AE5-4692-A2BE-8FB713EF888B}" type="presParOf" srcId="{AD5930C8-C66B-4351-8847-5DAA15C98083}" destId="{CAEACC49-8E58-43CB-A7B3-8452639B35F7}" srcOrd="7" destOrd="0" presId="urn:microsoft.com/office/officeart/2005/8/layout/vProcess5"/>
    <dgm:cxn modelId="{CCE03B3A-A02B-4E9F-A095-87C865E9BD24}" type="presParOf" srcId="{AD5930C8-C66B-4351-8847-5DAA15C98083}" destId="{2A34F48C-5C60-4AAA-8315-EFBE2DC22446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1B3A64-E90F-4D4E-AD68-E541143F82F2}">
      <dsp:nvSpPr>
        <dsp:cNvPr id="0" name=""/>
        <dsp:cNvSpPr/>
      </dsp:nvSpPr>
      <dsp:spPr>
        <a:xfrm>
          <a:off x="0" y="87569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Cleaned the dataset in power query editor </a:t>
          </a:r>
          <a:endParaRPr lang="en-US" sz="2500" kern="1200"/>
        </a:p>
      </dsp:txBody>
      <dsp:txXfrm>
        <a:off x="48726" y="136295"/>
        <a:ext cx="6569381" cy="900704"/>
      </dsp:txXfrm>
    </dsp:sp>
    <dsp:sp modelId="{6D25F888-1F58-4FC3-97FB-069032EB2248}">
      <dsp:nvSpPr>
        <dsp:cNvPr id="0" name=""/>
        <dsp:cNvSpPr/>
      </dsp:nvSpPr>
      <dsp:spPr>
        <a:xfrm>
          <a:off x="0" y="1157725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Combined the three into one dataset with append queries </a:t>
          </a:r>
          <a:endParaRPr lang="en-US" sz="2500" kern="1200"/>
        </a:p>
      </dsp:txBody>
      <dsp:txXfrm>
        <a:off x="48726" y="1206451"/>
        <a:ext cx="6569381" cy="900704"/>
      </dsp:txXfrm>
    </dsp:sp>
    <dsp:sp modelId="{F6CA2B59-F309-4AA3-AAFC-F517CF4BD5C9}">
      <dsp:nvSpPr>
        <dsp:cNvPr id="0" name=""/>
        <dsp:cNvSpPr/>
      </dsp:nvSpPr>
      <dsp:spPr>
        <a:xfrm>
          <a:off x="0" y="2227881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Unpivoted some of the columns and renamed the  columns </a:t>
          </a:r>
          <a:endParaRPr lang="en-US" sz="2500" kern="1200"/>
        </a:p>
      </dsp:txBody>
      <dsp:txXfrm>
        <a:off x="48726" y="2276607"/>
        <a:ext cx="6569381" cy="900704"/>
      </dsp:txXfrm>
    </dsp:sp>
    <dsp:sp modelId="{AC367A75-D49F-4D8B-9AE6-E5399FFE01F2}">
      <dsp:nvSpPr>
        <dsp:cNvPr id="0" name=""/>
        <dsp:cNvSpPr/>
      </dsp:nvSpPr>
      <dsp:spPr>
        <a:xfrm>
          <a:off x="0" y="3298038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Checked the datatype of the columns </a:t>
          </a:r>
          <a:endParaRPr lang="en-US" sz="2500" kern="1200"/>
        </a:p>
      </dsp:txBody>
      <dsp:txXfrm>
        <a:off x="48726" y="3346764"/>
        <a:ext cx="6569381" cy="900704"/>
      </dsp:txXfrm>
    </dsp:sp>
    <dsp:sp modelId="{D4F8893F-8535-4101-805D-B021A24CB924}">
      <dsp:nvSpPr>
        <dsp:cNvPr id="0" name=""/>
        <dsp:cNvSpPr/>
      </dsp:nvSpPr>
      <dsp:spPr>
        <a:xfrm>
          <a:off x="0" y="4368194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Removed null, empty spaces, unwanted columns, rows and duplicates </a:t>
          </a:r>
          <a:endParaRPr lang="en-US" sz="2500" kern="1200"/>
        </a:p>
      </dsp:txBody>
      <dsp:txXfrm>
        <a:off x="48726" y="4416920"/>
        <a:ext cx="6569381" cy="9007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A08727-AF67-4B22-AF2F-CE0562AC7081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99F4C-B578-4F2A-B616-F441316228CC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MySQL server database connection for countries world dataset </a:t>
          </a:r>
          <a:endParaRPr lang="en-US" sz="2200" kern="1200"/>
        </a:p>
      </dsp:txBody>
      <dsp:txXfrm>
        <a:off x="378614" y="886531"/>
        <a:ext cx="2810360" cy="1744948"/>
      </dsp:txXfrm>
    </dsp:sp>
    <dsp:sp modelId="{4E9F0ECC-32A7-423A-86CE-3C26D23ACE0E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F15203-E376-4705-BC0E-F032E067E4CD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Excel workbook connection for GDP by country 1960 – 2016 dataset</a:t>
          </a:r>
          <a:endParaRPr lang="en-US" sz="2200" kern="1200"/>
        </a:p>
      </dsp:txBody>
      <dsp:txXfrm>
        <a:off x="3946203" y="886531"/>
        <a:ext cx="2810360" cy="1744948"/>
      </dsp:txXfrm>
    </dsp:sp>
    <dsp:sp modelId="{470D1878-C3D1-485D-8800-AA2C2A99020D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1C1985-40AB-496D-99ED-5978173F2157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CSV connection for meta data country and population per country dataset </a:t>
          </a:r>
          <a:endParaRPr lang="en-US" sz="2200" kern="1200"/>
        </a:p>
      </dsp:txBody>
      <dsp:txXfrm>
        <a:off x="7513791" y="886531"/>
        <a:ext cx="2810360" cy="17449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0CCA0D-6F53-459D-98E0-FCD098E30A25}">
      <dsp:nvSpPr>
        <dsp:cNvPr id="0" name=""/>
        <dsp:cNvSpPr/>
      </dsp:nvSpPr>
      <dsp:spPr>
        <a:xfrm>
          <a:off x="0" y="0"/>
          <a:ext cx="8938260" cy="130540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Identified max and min population, infant mortality and GDP using max and min function</a:t>
          </a:r>
          <a:endParaRPr lang="en-US" sz="2600" kern="1200"/>
        </a:p>
      </dsp:txBody>
      <dsp:txXfrm>
        <a:off x="38234" y="38234"/>
        <a:ext cx="7529629" cy="1228933"/>
      </dsp:txXfrm>
    </dsp:sp>
    <dsp:sp modelId="{A92C692F-C5ED-4B74-AD99-803DC38A128B}">
      <dsp:nvSpPr>
        <dsp:cNvPr id="0" name=""/>
        <dsp:cNvSpPr/>
      </dsp:nvSpPr>
      <dsp:spPr>
        <a:xfrm>
          <a:off x="788669" y="1522968"/>
          <a:ext cx="8938260" cy="1305401"/>
        </a:xfrm>
        <a:prstGeom prst="roundRect">
          <a:avLst>
            <a:gd name="adj" fmla="val 1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Calculated total GDP and population of the country using sum function</a:t>
          </a:r>
          <a:endParaRPr lang="en-US" sz="2600" kern="1200"/>
        </a:p>
      </dsp:txBody>
      <dsp:txXfrm>
        <a:off x="826903" y="1561202"/>
        <a:ext cx="7224611" cy="1228933"/>
      </dsp:txXfrm>
    </dsp:sp>
    <dsp:sp modelId="{7D7EFBAF-0C4F-4B56-99A5-B4F4A876433C}">
      <dsp:nvSpPr>
        <dsp:cNvPr id="0" name=""/>
        <dsp:cNvSpPr/>
      </dsp:nvSpPr>
      <dsp:spPr>
        <a:xfrm>
          <a:off x="1577339" y="3045936"/>
          <a:ext cx="8938260" cy="1305401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Used average function to identify the average population, infant mortality and GDP per country </a:t>
          </a:r>
          <a:endParaRPr lang="en-US" sz="2600" kern="1200"/>
        </a:p>
      </dsp:txBody>
      <dsp:txXfrm>
        <a:off x="1615573" y="3084170"/>
        <a:ext cx="7224611" cy="1228933"/>
      </dsp:txXfrm>
    </dsp:sp>
    <dsp:sp modelId="{CEDF183D-CA0E-420A-8947-2E8AFAB496A8}">
      <dsp:nvSpPr>
        <dsp:cNvPr id="0" name=""/>
        <dsp:cNvSpPr/>
      </dsp:nvSpPr>
      <dsp:spPr>
        <a:xfrm>
          <a:off x="8089749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280664" y="989929"/>
        <a:ext cx="466680" cy="638504"/>
      </dsp:txXfrm>
    </dsp:sp>
    <dsp:sp modelId="{791FD572-6263-4D0A-9DAE-A4911E2CF1BD}">
      <dsp:nvSpPr>
        <dsp:cNvPr id="0" name=""/>
        <dsp:cNvSpPr/>
      </dsp:nvSpPr>
      <dsp:spPr>
        <a:xfrm>
          <a:off x="8878419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069334" y="2504195"/>
        <a:ext cx="466680" cy="6385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0A4A2-FFCE-A487-6F4F-1DFD23C9B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04C81F-783E-B454-FC71-2A7EEBCE31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21035-71AA-9802-5E5D-308226E58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AFF-8BF5-42B6-AE79-88EACE81568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52313-F8CC-D7B0-E314-6C9CEE32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7A9E7-E27D-5397-919E-A5483157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9295-9C01-4091-922D-676B238DB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767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747DE-0CF8-9480-95EE-A76B850B7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D477B-C79B-EB81-215A-7CB758665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D963D-79F2-C91C-74E2-E7DDD03B8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AFF-8BF5-42B6-AE79-88EACE81568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DD477-001D-117F-B19F-5BF1C04C6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99DA1-AB20-7479-3D00-7AA57696A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9295-9C01-4091-922D-676B238DB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72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697D-7E2F-9F1B-2A68-0031EF91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858E7-7048-5F1A-1681-4E9F8A6BD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84060-41BF-79C4-F23A-5FFFA23B6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AFF-8BF5-42B6-AE79-88EACE81568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82DBA-9208-7FAB-1D02-4FCFBBA21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5A6C8-5722-CA0D-E82F-389FFCE69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9295-9C01-4091-922D-676B238DB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535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187A-33AE-B04B-D97C-1BC5EA197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5E3E3-78DF-A5C6-9EE5-F1B8641E01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04ADE-1A1D-CBAF-BF7E-471F9FDDF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E8F98-566E-C7BB-38DD-292CAF7F2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AFF-8BF5-42B6-AE79-88EACE81568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613DD-C8C3-05FD-F310-815E7C848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41A74-4C1A-3AA1-51EA-E1D650C26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9295-9C01-4091-922D-676B238DB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48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B8F2E-1394-DB71-1A11-014FD2B74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F1E39-BC8C-123F-5E1E-3CCDAB894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EBFB3E-0201-A18E-FB3D-323E58129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CCF469-D162-4323-2314-E00240522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39782C-CDB7-1199-89A8-FB2AB7B9A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A84E8-8AEE-FCC7-0202-81148447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AFF-8BF5-42B6-AE79-88EACE81568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DF5BE0-78E4-3C7B-A709-B96C1EB9A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F03765-5391-CAF3-BB02-8A886E41D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9295-9C01-4091-922D-676B238DB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14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28000-F1C2-3521-EF4B-934DF4303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F6BE74-FFEE-F8D2-1BBD-334E8FB96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AFF-8BF5-42B6-AE79-88EACE81568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AB2AD-B0FF-E256-C0E5-DC829F9C4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F033F-0262-DA53-459D-A62DA8C9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9295-9C01-4091-922D-676B238DB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663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B59691-847B-7533-2EEE-685E1A65C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AFF-8BF5-42B6-AE79-88EACE81568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E3D722-E008-A02A-18FE-495D64168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90D81-A707-66B8-31EE-94552D401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9295-9C01-4091-922D-676B238DB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204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E1EDE-AD74-209A-36AB-4CB977ACC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6E2EE-A373-255B-7192-173AF79BB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ECDC83-99D2-93DF-7E75-29B14325E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2DED3-BC32-5C78-37B0-659249D22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AFF-8BF5-42B6-AE79-88EACE81568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F290C-AD23-64D8-2FED-6E30DBC5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6D2EC2-5339-AEAD-3018-5E750572A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9295-9C01-4091-922D-676B238DB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443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8F343-5C06-A8BF-A320-F62BB882E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B2340-4E37-B593-8142-4453FC6298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47D908-973D-5C49-D190-0DB3E8BD4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2F387-F745-37CB-6FBD-C2BF4714E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AFF-8BF5-42B6-AE79-88EACE81568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75B84-3FE1-144D-43E5-1764C840B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600C9-10B3-5D54-FA32-F44714F1B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9295-9C01-4091-922D-676B238DB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393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574CB-9A87-233A-BA57-07EFDA1DC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4785B0-C12A-39D3-C66D-82031E9BE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77A3B-7170-67A9-FE44-9FE3D1041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AFF-8BF5-42B6-AE79-88EACE81568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F5198-97BB-766F-154C-B22B549AA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0C0D7-782B-F46C-B63A-3C17DB14E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9295-9C01-4091-922D-676B238DB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668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3F49E3-5F6E-3782-6947-A8B55F4F4D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6F6958-1FCD-C8BD-BAC4-F62604F06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7697F-1E81-A4B5-89BF-33F1D8071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AFF-8BF5-42B6-AE79-88EACE81568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E8985-8967-0F22-47AB-78896306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8721-EF24-E363-32B7-C00C08BEC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A9295-9C01-4091-922D-676B238DB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314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E1CC49-8146-EE0B-3B1B-7B54158A1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7605E-8638-5A39-55E6-9CD2E41BE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48BB4-2A6A-730B-B9E8-B7BA6F293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FFAFF-8BF5-42B6-AE79-88EACE81568C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58C90-3AB5-F17E-56D6-8075288F6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D8B29-000D-38FE-1D55-A61D383F04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A9295-9C01-4091-922D-676B238DB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708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Calculator, pen, compass, money and a paper with graphs printed on it">
            <a:extLst>
              <a:ext uri="{FF2B5EF4-FFF2-40B4-BE49-F238E27FC236}">
                <a16:creationId xmlns:a16="http://schemas.microsoft.com/office/drawing/2014/main" id="{EAA4A1E9-30C6-3DFC-1661-0324301541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3" t="649" r="23475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4252F1-18BD-C8B5-AB25-57BAE91B1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3700" dirty="0"/>
              <a:t>Global Economic and Demographic Trends Analysis: Business Requirement Document (BRD)</a:t>
            </a:r>
            <a:endParaRPr lang="en-IN" sz="3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B2CF36-ADB0-AF0C-4D57-73FB9C718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IN" sz="1300"/>
              <a:t>By</a:t>
            </a:r>
          </a:p>
          <a:p>
            <a:pPr algn="l"/>
            <a:r>
              <a:rPr lang="en-IN" sz="1300"/>
              <a:t>Jayanthar S</a:t>
            </a:r>
          </a:p>
          <a:p>
            <a:pPr algn="l"/>
            <a:r>
              <a:rPr lang="en-IN" sz="1300"/>
              <a:t>DADS  </a:t>
            </a:r>
          </a:p>
          <a:p>
            <a:pPr algn="l"/>
            <a:r>
              <a:rPr lang="en-IN" sz="1300"/>
              <a:t>July Cohort – B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9413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CF6896-C051-06B0-DDE9-CAC1DD6C9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IN" sz="5400"/>
              <a:t>Project Overview </a:t>
            </a:r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AD948-3C5A-2219-51B9-88BEF55A5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Deals with country wise population, infant mortality, GDP per capita, birth rate, death rate, GDP, income group among different countries</a:t>
            </a: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Shows how the population trend goes over the years and GDP per capita of countries varies over the years</a:t>
            </a: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density by region to identify the which region has the higher and lower population density among the others </a:t>
            </a:r>
          </a:p>
          <a:p>
            <a:endParaRPr lang="en-I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An illustration of the global population">
            <a:extLst>
              <a:ext uri="{FF2B5EF4-FFF2-40B4-BE49-F238E27FC236}">
                <a16:creationId xmlns:a16="http://schemas.microsoft.com/office/drawing/2014/main" id="{AA388B26-A49F-2827-247A-1A6813CA11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62" r="21923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20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DC6BB4-A628-5AC4-EEAE-543BFE5BB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IN" sz="5400"/>
              <a:t>Project Description 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5AC21-B7E7-0381-242E-EAE6F680C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Cleaned the dataset to make the dataset proper and structed </a:t>
            </a: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Performed the DAX function to create calculated measures </a:t>
            </a: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Created charts to place the values for better understanding </a:t>
            </a: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Included slicers and cards to show the important values and modify the charts according to the condition given </a:t>
            </a:r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CB6BC4B7-E2D2-54AB-C12D-9887AFAC59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74" r="19163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592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071F61-3625-9F5B-6BA0-26AE87FA8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Cleaning Process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54559B1C-9E6C-912E-0A39-2C16ADD897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964922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8137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B7627-428A-FDC5-6967-56716B903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IN" sz="4800"/>
              <a:t>Files Connectivity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F17CD0-9B7E-91AB-A761-35ABB18EA4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7268267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7811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5D9E050-8A69-B208-00AD-5C6D690365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205" b="152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256FCC-2C0B-E7A8-72E7-1424C9EBF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/>
              <a:t>DAX Functions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3A432E-671D-5635-F3B1-6B1ADC5158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4671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65030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8A3801-ADDB-EF69-0E17-93D401BA4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Dashboard </a:t>
            </a:r>
          </a:p>
        </p:txBody>
      </p:sp>
      <p:pic>
        <p:nvPicPr>
          <p:cNvPr id="48" name="Content Placeholder 47">
            <a:extLst>
              <a:ext uri="{FF2B5EF4-FFF2-40B4-BE49-F238E27FC236}">
                <a16:creationId xmlns:a16="http://schemas.microsoft.com/office/drawing/2014/main" id="{CDE4FE3B-9903-62AE-7094-D66F5DC580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1441" y="1675227"/>
            <a:ext cx="7709118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409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756F53-1383-F4AB-28FE-40ABEAAD7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IN" sz="7200"/>
              <a:t>Dashboard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E66F1-C14D-D160-8BC5-9B8346E97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GDP by country world shares the higher GDP and low income category people shares lower GDP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by year shows upper trend from the years of 1960 to 2016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Density by region we have higher shares from sub Saharan African, Latin, Amer &amp; Carib &amp; Asia regions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 per capita &amp; Literacy rates are high in Norway and lower in Somalia </a:t>
            </a:r>
          </a:p>
        </p:txBody>
      </p:sp>
    </p:spTree>
    <p:extLst>
      <p:ext uri="{BB962C8B-B14F-4D97-AF65-F5344CB8AC3E}">
        <p14:creationId xmlns:p14="http://schemas.microsoft.com/office/powerpoint/2010/main" val="3730959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BD2D42-3687-590E-6B97-64AE023E6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IN" sz="7200"/>
              <a:t>Key Insights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EC9A9-DDD0-8305-1900-0AE479BF4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United Status shares the higher GDP per capita of 37800 and Sierra Leone shares the lower GDP per capita of 500 </a:t>
            </a: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Asia (ex near east) shares the higher and lower population density </a:t>
            </a: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China, India and America shares the highest population growth rates among the Asia and North American regions </a:t>
            </a:r>
          </a:p>
          <a:p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Infant mortality shows downward trends in the current times among the different countries </a:t>
            </a:r>
          </a:p>
        </p:txBody>
      </p:sp>
    </p:spTree>
    <p:extLst>
      <p:ext uri="{BB962C8B-B14F-4D97-AF65-F5344CB8AC3E}">
        <p14:creationId xmlns:p14="http://schemas.microsoft.com/office/powerpoint/2010/main" val="2328156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E2153D-1749-2435-011A-D95BD7401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IN" sz="7200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481A9-BD87-D36B-215C-099A79DDD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which countries shares the higher and lower percent of GDP, population density among the world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the years how the population trends moves in upward or downward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GDP which income group shares the most and least contribution among the region’s countries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Birth rates, infant mortality and death rates how it impacts and affects the population and population density over the years  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52832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455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Office Theme</vt:lpstr>
      <vt:lpstr>Global Economic and Demographic Trends Analysis: Business Requirement Document (BRD)</vt:lpstr>
      <vt:lpstr>Project Overview </vt:lpstr>
      <vt:lpstr>Project Description </vt:lpstr>
      <vt:lpstr>Cleaning Process</vt:lpstr>
      <vt:lpstr>Files Connectivity</vt:lpstr>
      <vt:lpstr>DAX Functions </vt:lpstr>
      <vt:lpstr>Dashboard </vt:lpstr>
      <vt:lpstr>Dashboard Overview </vt:lpstr>
      <vt:lpstr>Key Insights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Jayanthar S</dc:creator>
  <cp:lastModifiedBy>Jayanthar S</cp:lastModifiedBy>
  <cp:revision>26</cp:revision>
  <dcterms:created xsi:type="dcterms:W3CDTF">2026-01-06T05:56:54Z</dcterms:created>
  <dcterms:modified xsi:type="dcterms:W3CDTF">2026-01-08T11:51:22Z</dcterms:modified>
</cp:coreProperties>
</file>