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0" r:id="rId6"/>
    <p:sldId id="264" r:id="rId7"/>
    <p:sldId id="267" r:id="rId8"/>
    <p:sldId id="269" r:id="rId9"/>
    <p:sldId id="263" r:id="rId10"/>
    <p:sldId id="26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697BD3-3677-44FD-9422-857AEAD40BE6}" type="doc">
      <dgm:prSet loTypeId="urn:microsoft.com/office/officeart/2005/8/layout/chevron2" loCatId="process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C22712CC-BEF0-4757-94DE-8034EC955EF6}">
      <dgm:prSet/>
      <dgm:spPr/>
      <dgm:t>
        <a:bodyPr/>
        <a:lstStyle/>
        <a:p>
          <a:r>
            <a:rPr lang="en-US"/>
            <a:t>Replacing</a:t>
          </a:r>
        </a:p>
      </dgm:t>
    </dgm:pt>
    <dgm:pt modelId="{0FC91787-85E7-4A4B-A098-77CF1C204046}" type="parTrans" cxnId="{103C563E-F546-4E0E-89E6-89164D99B509}">
      <dgm:prSet/>
      <dgm:spPr/>
      <dgm:t>
        <a:bodyPr/>
        <a:lstStyle/>
        <a:p>
          <a:endParaRPr lang="en-US"/>
        </a:p>
      </dgm:t>
    </dgm:pt>
    <dgm:pt modelId="{892B7226-300D-428D-9A24-B61DD8C4C1E1}" type="sibTrans" cxnId="{103C563E-F546-4E0E-89E6-89164D99B509}">
      <dgm:prSet/>
      <dgm:spPr/>
      <dgm:t>
        <a:bodyPr/>
        <a:lstStyle/>
        <a:p>
          <a:endParaRPr lang="en-US"/>
        </a:p>
      </dgm:t>
    </dgm:pt>
    <dgm:pt modelId="{CDD8512E-A057-43C5-B520-1250AD6A9FD5}">
      <dgm:prSet/>
      <dgm:spPr/>
      <dgm:t>
        <a:bodyPr/>
        <a:lstStyle/>
        <a:p>
          <a:r>
            <a:rPr lang="en-US"/>
            <a:t>Replacing null values</a:t>
          </a:r>
        </a:p>
      </dgm:t>
    </dgm:pt>
    <dgm:pt modelId="{DE6E7703-E553-4FE6-BFD6-AF593C2855E3}" type="parTrans" cxnId="{EE179837-853F-41CD-85B4-43BFCA63A4AD}">
      <dgm:prSet/>
      <dgm:spPr/>
      <dgm:t>
        <a:bodyPr/>
        <a:lstStyle/>
        <a:p>
          <a:endParaRPr lang="en-US"/>
        </a:p>
      </dgm:t>
    </dgm:pt>
    <dgm:pt modelId="{34E40573-1D5B-4126-9E1E-CFB87C5D47DC}" type="sibTrans" cxnId="{EE179837-853F-41CD-85B4-43BFCA63A4AD}">
      <dgm:prSet/>
      <dgm:spPr/>
      <dgm:t>
        <a:bodyPr/>
        <a:lstStyle/>
        <a:p>
          <a:endParaRPr lang="en-US"/>
        </a:p>
      </dgm:t>
    </dgm:pt>
    <dgm:pt modelId="{B2E7C7DE-99E2-485C-8448-1B0A1D8E0FA1}">
      <dgm:prSet/>
      <dgm:spPr/>
      <dgm:t>
        <a:bodyPr/>
        <a:lstStyle/>
        <a:p>
          <a:r>
            <a:rPr lang="en-US"/>
            <a:t>Removing</a:t>
          </a:r>
        </a:p>
      </dgm:t>
    </dgm:pt>
    <dgm:pt modelId="{8F0C9165-AF93-43A0-90EC-746F8C5AD429}" type="parTrans" cxnId="{DEF5C20D-96CC-4011-868B-E68D17995A5A}">
      <dgm:prSet/>
      <dgm:spPr/>
      <dgm:t>
        <a:bodyPr/>
        <a:lstStyle/>
        <a:p>
          <a:endParaRPr lang="en-US"/>
        </a:p>
      </dgm:t>
    </dgm:pt>
    <dgm:pt modelId="{696AA427-EF71-4017-8023-275C47B4450A}" type="sibTrans" cxnId="{DEF5C20D-96CC-4011-868B-E68D17995A5A}">
      <dgm:prSet/>
      <dgm:spPr/>
      <dgm:t>
        <a:bodyPr/>
        <a:lstStyle/>
        <a:p>
          <a:endParaRPr lang="en-US"/>
        </a:p>
      </dgm:t>
    </dgm:pt>
    <dgm:pt modelId="{D4B7FFA4-5953-45E6-867C-619ABC88EA29}">
      <dgm:prSet/>
      <dgm:spPr/>
      <dgm:t>
        <a:bodyPr/>
        <a:lstStyle/>
        <a:p>
          <a:r>
            <a:rPr lang="en-US"/>
            <a:t>Removing duplicates</a:t>
          </a:r>
        </a:p>
      </dgm:t>
    </dgm:pt>
    <dgm:pt modelId="{813D7B2E-6EEF-4A34-A644-A00FAE356348}" type="parTrans" cxnId="{F020AC0A-86ED-42E7-A11F-45FF7DED67F3}">
      <dgm:prSet/>
      <dgm:spPr/>
      <dgm:t>
        <a:bodyPr/>
        <a:lstStyle/>
        <a:p>
          <a:endParaRPr lang="en-US"/>
        </a:p>
      </dgm:t>
    </dgm:pt>
    <dgm:pt modelId="{F1967621-8CB4-4CD0-8183-6CD4329ED570}" type="sibTrans" cxnId="{F020AC0A-86ED-42E7-A11F-45FF7DED67F3}">
      <dgm:prSet/>
      <dgm:spPr/>
      <dgm:t>
        <a:bodyPr/>
        <a:lstStyle/>
        <a:p>
          <a:endParaRPr lang="en-US"/>
        </a:p>
      </dgm:t>
    </dgm:pt>
    <dgm:pt modelId="{785A2ECB-EBC9-4222-8691-CA2166EB267C}">
      <dgm:prSet/>
      <dgm:spPr/>
      <dgm:t>
        <a:bodyPr/>
        <a:lstStyle/>
        <a:p>
          <a:r>
            <a:rPr lang="en-US"/>
            <a:t>Correcting</a:t>
          </a:r>
        </a:p>
      </dgm:t>
    </dgm:pt>
    <dgm:pt modelId="{B19EA34D-9CC2-4580-9D68-BDE45262C32F}" type="parTrans" cxnId="{B2AB23B1-38E7-45B7-8B4F-422FE4859347}">
      <dgm:prSet/>
      <dgm:spPr/>
      <dgm:t>
        <a:bodyPr/>
        <a:lstStyle/>
        <a:p>
          <a:endParaRPr lang="en-US"/>
        </a:p>
      </dgm:t>
    </dgm:pt>
    <dgm:pt modelId="{60B25298-C6A6-4D26-9C9E-2F16A8E48790}" type="sibTrans" cxnId="{B2AB23B1-38E7-45B7-8B4F-422FE4859347}">
      <dgm:prSet/>
      <dgm:spPr/>
      <dgm:t>
        <a:bodyPr/>
        <a:lstStyle/>
        <a:p>
          <a:endParaRPr lang="en-US"/>
        </a:p>
      </dgm:t>
    </dgm:pt>
    <dgm:pt modelId="{DB4C9A26-EC75-43CA-AA91-CFDC01B0EF8D}">
      <dgm:prSet/>
      <dgm:spPr/>
      <dgm:t>
        <a:bodyPr/>
        <a:lstStyle/>
        <a:p>
          <a:r>
            <a:rPr lang="en-US"/>
            <a:t>Correcting data types</a:t>
          </a:r>
        </a:p>
      </dgm:t>
    </dgm:pt>
    <dgm:pt modelId="{79FC412C-BFB8-4EAC-94B4-43922D59C1C0}" type="parTrans" cxnId="{5D11A731-088D-4ACD-9001-97DA733D5FB4}">
      <dgm:prSet/>
      <dgm:spPr/>
      <dgm:t>
        <a:bodyPr/>
        <a:lstStyle/>
        <a:p>
          <a:endParaRPr lang="en-US"/>
        </a:p>
      </dgm:t>
    </dgm:pt>
    <dgm:pt modelId="{EAFEBA15-E341-4A86-8941-1BA9DF03E54C}" type="sibTrans" cxnId="{5D11A731-088D-4ACD-9001-97DA733D5FB4}">
      <dgm:prSet/>
      <dgm:spPr/>
      <dgm:t>
        <a:bodyPr/>
        <a:lstStyle/>
        <a:p>
          <a:endParaRPr lang="en-US"/>
        </a:p>
      </dgm:t>
    </dgm:pt>
    <dgm:pt modelId="{E0CC02AF-572D-4CF5-89DC-9723B49D3C6D}">
      <dgm:prSet/>
      <dgm:spPr/>
      <dgm:t>
        <a:bodyPr/>
        <a:lstStyle/>
        <a:p>
          <a:r>
            <a:rPr lang="en-US"/>
            <a:t>Removing</a:t>
          </a:r>
        </a:p>
      </dgm:t>
    </dgm:pt>
    <dgm:pt modelId="{F0B61C18-0513-4C21-A043-1E9E16883E0E}" type="parTrans" cxnId="{12C06730-95CF-47E0-BBDA-966B8D81BD6E}">
      <dgm:prSet/>
      <dgm:spPr/>
      <dgm:t>
        <a:bodyPr/>
        <a:lstStyle/>
        <a:p>
          <a:endParaRPr lang="en-US"/>
        </a:p>
      </dgm:t>
    </dgm:pt>
    <dgm:pt modelId="{6363C493-6B93-415F-9EF6-C0A7296699B2}" type="sibTrans" cxnId="{12C06730-95CF-47E0-BBDA-966B8D81BD6E}">
      <dgm:prSet/>
      <dgm:spPr/>
      <dgm:t>
        <a:bodyPr/>
        <a:lstStyle/>
        <a:p>
          <a:endParaRPr lang="en-US"/>
        </a:p>
      </dgm:t>
    </dgm:pt>
    <dgm:pt modelId="{FCB216C4-B0D2-4347-9E19-C5D19699BE5F}">
      <dgm:prSet/>
      <dgm:spPr/>
      <dgm:t>
        <a:bodyPr/>
        <a:lstStyle/>
        <a:p>
          <a:r>
            <a:rPr lang="en-US"/>
            <a:t>Removing outliers</a:t>
          </a:r>
        </a:p>
      </dgm:t>
    </dgm:pt>
    <dgm:pt modelId="{15D639EB-D19F-44C9-9C57-743E34086BEA}" type="parTrans" cxnId="{0DAD6249-F66F-496A-A301-31E5ADA9E83C}">
      <dgm:prSet/>
      <dgm:spPr/>
      <dgm:t>
        <a:bodyPr/>
        <a:lstStyle/>
        <a:p>
          <a:endParaRPr lang="en-US"/>
        </a:p>
      </dgm:t>
    </dgm:pt>
    <dgm:pt modelId="{A1BF2002-A3D4-4FB6-A5FE-C2DF98EC827D}" type="sibTrans" cxnId="{0DAD6249-F66F-496A-A301-31E5ADA9E83C}">
      <dgm:prSet/>
      <dgm:spPr/>
      <dgm:t>
        <a:bodyPr/>
        <a:lstStyle/>
        <a:p>
          <a:endParaRPr lang="en-US"/>
        </a:p>
      </dgm:t>
    </dgm:pt>
    <dgm:pt modelId="{15588544-DBC1-4B13-B7EE-B285C48C1FCA}">
      <dgm:prSet/>
      <dgm:spPr/>
      <dgm:t>
        <a:bodyPr/>
        <a:lstStyle/>
        <a:p>
          <a:r>
            <a:rPr lang="en-US"/>
            <a:t>Placing</a:t>
          </a:r>
        </a:p>
      </dgm:t>
    </dgm:pt>
    <dgm:pt modelId="{74E9DA28-9A59-43EF-BBA4-874A57B2E005}" type="parTrans" cxnId="{3D9C8FCF-2790-4C30-B5D4-578D274783A1}">
      <dgm:prSet/>
      <dgm:spPr/>
      <dgm:t>
        <a:bodyPr/>
        <a:lstStyle/>
        <a:p>
          <a:endParaRPr lang="en-US"/>
        </a:p>
      </dgm:t>
    </dgm:pt>
    <dgm:pt modelId="{D066F350-9CA8-4EAA-AFAF-47751C477CD5}" type="sibTrans" cxnId="{3D9C8FCF-2790-4C30-B5D4-578D274783A1}">
      <dgm:prSet/>
      <dgm:spPr/>
      <dgm:t>
        <a:bodyPr/>
        <a:lstStyle/>
        <a:p>
          <a:endParaRPr lang="en-US"/>
        </a:p>
      </dgm:t>
    </dgm:pt>
    <dgm:pt modelId="{1281C451-3184-4585-87ED-88EF90E5BAB6}">
      <dgm:prSet/>
      <dgm:spPr/>
      <dgm:t>
        <a:bodyPr/>
        <a:lstStyle/>
        <a:p>
          <a:r>
            <a:rPr lang="en-US"/>
            <a:t>Placing the proper currencies symbols</a:t>
          </a:r>
        </a:p>
      </dgm:t>
    </dgm:pt>
    <dgm:pt modelId="{88F38C85-6693-48EE-8AC8-5F8831E5E5CD}" type="parTrans" cxnId="{317A343E-EDB6-4B2D-9471-D0852C9C7A8B}">
      <dgm:prSet/>
      <dgm:spPr/>
      <dgm:t>
        <a:bodyPr/>
        <a:lstStyle/>
        <a:p>
          <a:endParaRPr lang="en-US"/>
        </a:p>
      </dgm:t>
    </dgm:pt>
    <dgm:pt modelId="{2A3738B6-640A-4366-935D-E2E8AB45860F}" type="sibTrans" cxnId="{317A343E-EDB6-4B2D-9471-D0852C9C7A8B}">
      <dgm:prSet/>
      <dgm:spPr/>
      <dgm:t>
        <a:bodyPr/>
        <a:lstStyle/>
        <a:p>
          <a:endParaRPr lang="en-US"/>
        </a:p>
      </dgm:t>
    </dgm:pt>
    <dgm:pt modelId="{6BFDA6D6-037D-4B94-A7F4-5883D2CBC2F0}" type="pres">
      <dgm:prSet presAssocID="{78697BD3-3677-44FD-9422-857AEAD40BE6}" presName="linearFlow" presStyleCnt="0">
        <dgm:presLayoutVars>
          <dgm:dir/>
          <dgm:animLvl val="lvl"/>
          <dgm:resizeHandles val="exact"/>
        </dgm:presLayoutVars>
      </dgm:prSet>
      <dgm:spPr/>
    </dgm:pt>
    <dgm:pt modelId="{32BEADA0-0280-4FF4-9C0B-BD8480A63642}" type="pres">
      <dgm:prSet presAssocID="{C22712CC-BEF0-4757-94DE-8034EC955EF6}" presName="composite" presStyleCnt="0"/>
      <dgm:spPr/>
    </dgm:pt>
    <dgm:pt modelId="{3C1AD64B-9339-4B91-94ED-1E0EDBCB2EBA}" type="pres">
      <dgm:prSet presAssocID="{C22712CC-BEF0-4757-94DE-8034EC955EF6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C0F5D773-A590-4B71-BAC3-ADE085D6D610}" type="pres">
      <dgm:prSet presAssocID="{C22712CC-BEF0-4757-94DE-8034EC955EF6}" presName="descendantText" presStyleLbl="alignAcc1" presStyleIdx="0" presStyleCnt="5">
        <dgm:presLayoutVars>
          <dgm:bulletEnabled val="1"/>
        </dgm:presLayoutVars>
      </dgm:prSet>
      <dgm:spPr/>
    </dgm:pt>
    <dgm:pt modelId="{CC8ED692-B3BC-4F55-A9F7-EA3F08F9A88F}" type="pres">
      <dgm:prSet presAssocID="{892B7226-300D-428D-9A24-B61DD8C4C1E1}" presName="sp" presStyleCnt="0"/>
      <dgm:spPr/>
    </dgm:pt>
    <dgm:pt modelId="{4F180942-108E-42BD-9BAC-6D3BCE2FA983}" type="pres">
      <dgm:prSet presAssocID="{B2E7C7DE-99E2-485C-8448-1B0A1D8E0FA1}" presName="composite" presStyleCnt="0"/>
      <dgm:spPr/>
    </dgm:pt>
    <dgm:pt modelId="{E7EEB205-8087-4DDC-93CB-0B74D06DB8AF}" type="pres">
      <dgm:prSet presAssocID="{B2E7C7DE-99E2-485C-8448-1B0A1D8E0FA1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260B0782-5947-430E-98FD-574A01408AD9}" type="pres">
      <dgm:prSet presAssocID="{B2E7C7DE-99E2-485C-8448-1B0A1D8E0FA1}" presName="descendantText" presStyleLbl="alignAcc1" presStyleIdx="1" presStyleCnt="5">
        <dgm:presLayoutVars>
          <dgm:bulletEnabled val="1"/>
        </dgm:presLayoutVars>
      </dgm:prSet>
      <dgm:spPr/>
    </dgm:pt>
    <dgm:pt modelId="{1C3D0111-78D5-4D04-8F11-380DEB6244B8}" type="pres">
      <dgm:prSet presAssocID="{696AA427-EF71-4017-8023-275C47B4450A}" presName="sp" presStyleCnt="0"/>
      <dgm:spPr/>
    </dgm:pt>
    <dgm:pt modelId="{F944F996-9CC8-41F8-9A92-DAF9BF7B2AAF}" type="pres">
      <dgm:prSet presAssocID="{785A2ECB-EBC9-4222-8691-CA2166EB267C}" presName="composite" presStyleCnt="0"/>
      <dgm:spPr/>
    </dgm:pt>
    <dgm:pt modelId="{359EF166-16C6-410B-A9AD-C08335DE00B8}" type="pres">
      <dgm:prSet presAssocID="{785A2ECB-EBC9-4222-8691-CA2166EB267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2C93CA08-68EB-4968-94BD-CF1EF0E6315A}" type="pres">
      <dgm:prSet presAssocID="{785A2ECB-EBC9-4222-8691-CA2166EB267C}" presName="descendantText" presStyleLbl="alignAcc1" presStyleIdx="2" presStyleCnt="5">
        <dgm:presLayoutVars>
          <dgm:bulletEnabled val="1"/>
        </dgm:presLayoutVars>
      </dgm:prSet>
      <dgm:spPr/>
    </dgm:pt>
    <dgm:pt modelId="{06341076-0E89-4DF4-884A-D193F9DBD749}" type="pres">
      <dgm:prSet presAssocID="{60B25298-C6A6-4D26-9C9E-2F16A8E48790}" presName="sp" presStyleCnt="0"/>
      <dgm:spPr/>
    </dgm:pt>
    <dgm:pt modelId="{6A8B2E01-79D8-45AE-B038-0BA608C6275E}" type="pres">
      <dgm:prSet presAssocID="{E0CC02AF-572D-4CF5-89DC-9723B49D3C6D}" presName="composite" presStyleCnt="0"/>
      <dgm:spPr/>
    </dgm:pt>
    <dgm:pt modelId="{EF197F64-2926-4AD5-A039-457D69CDD628}" type="pres">
      <dgm:prSet presAssocID="{E0CC02AF-572D-4CF5-89DC-9723B49D3C6D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B5454AC-9D9A-4A3C-937A-0585CE6A7A32}" type="pres">
      <dgm:prSet presAssocID="{E0CC02AF-572D-4CF5-89DC-9723B49D3C6D}" presName="descendantText" presStyleLbl="alignAcc1" presStyleIdx="3" presStyleCnt="5">
        <dgm:presLayoutVars>
          <dgm:bulletEnabled val="1"/>
        </dgm:presLayoutVars>
      </dgm:prSet>
      <dgm:spPr/>
    </dgm:pt>
    <dgm:pt modelId="{758BBC5C-5710-4149-A3C3-67E3278B1644}" type="pres">
      <dgm:prSet presAssocID="{6363C493-6B93-415F-9EF6-C0A7296699B2}" presName="sp" presStyleCnt="0"/>
      <dgm:spPr/>
    </dgm:pt>
    <dgm:pt modelId="{BF5CF1CD-E699-4C38-A0AC-92ABB547A089}" type="pres">
      <dgm:prSet presAssocID="{15588544-DBC1-4B13-B7EE-B285C48C1FCA}" presName="composite" presStyleCnt="0"/>
      <dgm:spPr/>
    </dgm:pt>
    <dgm:pt modelId="{E016A9EF-0B22-4DFA-987D-7884EBE602F5}" type="pres">
      <dgm:prSet presAssocID="{15588544-DBC1-4B13-B7EE-B285C48C1FCA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BF82A40E-5C61-4F30-8C0B-93878D013215}" type="pres">
      <dgm:prSet presAssocID="{15588544-DBC1-4B13-B7EE-B285C48C1FCA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F020AC0A-86ED-42E7-A11F-45FF7DED67F3}" srcId="{B2E7C7DE-99E2-485C-8448-1B0A1D8E0FA1}" destId="{D4B7FFA4-5953-45E6-867C-619ABC88EA29}" srcOrd="0" destOrd="0" parTransId="{813D7B2E-6EEF-4A34-A644-A00FAE356348}" sibTransId="{F1967621-8CB4-4CD0-8183-6CD4329ED570}"/>
    <dgm:cxn modelId="{DEF5C20D-96CC-4011-868B-E68D17995A5A}" srcId="{78697BD3-3677-44FD-9422-857AEAD40BE6}" destId="{B2E7C7DE-99E2-485C-8448-1B0A1D8E0FA1}" srcOrd="1" destOrd="0" parTransId="{8F0C9165-AF93-43A0-90EC-746F8C5AD429}" sibTransId="{696AA427-EF71-4017-8023-275C47B4450A}"/>
    <dgm:cxn modelId="{12C06730-95CF-47E0-BBDA-966B8D81BD6E}" srcId="{78697BD3-3677-44FD-9422-857AEAD40BE6}" destId="{E0CC02AF-572D-4CF5-89DC-9723B49D3C6D}" srcOrd="3" destOrd="0" parTransId="{F0B61C18-0513-4C21-A043-1E9E16883E0E}" sibTransId="{6363C493-6B93-415F-9EF6-C0A7296699B2}"/>
    <dgm:cxn modelId="{5D11A731-088D-4ACD-9001-97DA733D5FB4}" srcId="{785A2ECB-EBC9-4222-8691-CA2166EB267C}" destId="{DB4C9A26-EC75-43CA-AA91-CFDC01B0EF8D}" srcOrd="0" destOrd="0" parTransId="{79FC412C-BFB8-4EAC-94B4-43922D59C1C0}" sibTransId="{EAFEBA15-E341-4A86-8941-1BA9DF03E54C}"/>
    <dgm:cxn modelId="{6BAF5137-45A1-4189-8E36-F05B162FCD1A}" type="presOf" srcId="{FCB216C4-B0D2-4347-9E19-C5D19699BE5F}" destId="{6B5454AC-9D9A-4A3C-937A-0585CE6A7A32}" srcOrd="0" destOrd="0" presId="urn:microsoft.com/office/officeart/2005/8/layout/chevron2"/>
    <dgm:cxn modelId="{EE179837-853F-41CD-85B4-43BFCA63A4AD}" srcId="{C22712CC-BEF0-4757-94DE-8034EC955EF6}" destId="{CDD8512E-A057-43C5-B520-1250AD6A9FD5}" srcOrd="0" destOrd="0" parTransId="{DE6E7703-E553-4FE6-BFD6-AF593C2855E3}" sibTransId="{34E40573-1D5B-4126-9E1E-CFB87C5D47DC}"/>
    <dgm:cxn modelId="{3DE86B39-2B52-4507-AF62-5227D81437A7}" type="presOf" srcId="{15588544-DBC1-4B13-B7EE-B285C48C1FCA}" destId="{E016A9EF-0B22-4DFA-987D-7884EBE602F5}" srcOrd="0" destOrd="0" presId="urn:microsoft.com/office/officeart/2005/8/layout/chevron2"/>
    <dgm:cxn modelId="{317A343E-EDB6-4B2D-9471-D0852C9C7A8B}" srcId="{15588544-DBC1-4B13-B7EE-B285C48C1FCA}" destId="{1281C451-3184-4585-87ED-88EF90E5BAB6}" srcOrd="0" destOrd="0" parTransId="{88F38C85-6693-48EE-8AC8-5F8831E5E5CD}" sibTransId="{2A3738B6-640A-4366-935D-E2E8AB45860F}"/>
    <dgm:cxn modelId="{103C563E-F546-4E0E-89E6-89164D99B509}" srcId="{78697BD3-3677-44FD-9422-857AEAD40BE6}" destId="{C22712CC-BEF0-4757-94DE-8034EC955EF6}" srcOrd="0" destOrd="0" parTransId="{0FC91787-85E7-4A4B-A098-77CF1C204046}" sibTransId="{892B7226-300D-428D-9A24-B61DD8C4C1E1}"/>
    <dgm:cxn modelId="{41C1FB64-948B-4E12-96FD-2517C57B7E13}" type="presOf" srcId="{CDD8512E-A057-43C5-B520-1250AD6A9FD5}" destId="{C0F5D773-A590-4B71-BAC3-ADE085D6D610}" srcOrd="0" destOrd="0" presId="urn:microsoft.com/office/officeart/2005/8/layout/chevron2"/>
    <dgm:cxn modelId="{0DAD6249-F66F-496A-A301-31E5ADA9E83C}" srcId="{E0CC02AF-572D-4CF5-89DC-9723B49D3C6D}" destId="{FCB216C4-B0D2-4347-9E19-C5D19699BE5F}" srcOrd="0" destOrd="0" parTransId="{15D639EB-D19F-44C9-9C57-743E34086BEA}" sibTransId="{A1BF2002-A3D4-4FB6-A5FE-C2DF98EC827D}"/>
    <dgm:cxn modelId="{C5986869-64A8-4AA9-AA5B-7CCDADBA0B6F}" type="presOf" srcId="{DB4C9A26-EC75-43CA-AA91-CFDC01B0EF8D}" destId="{2C93CA08-68EB-4968-94BD-CF1EF0E6315A}" srcOrd="0" destOrd="0" presId="urn:microsoft.com/office/officeart/2005/8/layout/chevron2"/>
    <dgm:cxn modelId="{5253144F-81B0-4BC5-84F1-7FA4AD3FB090}" type="presOf" srcId="{B2E7C7DE-99E2-485C-8448-1B0A1D8E0FA1}" destId="{E7EEB205-8087-4DDC-93CB-0B74D06DB8AF}" srcOrd="0" destOrd="0" presId="urn:microsoft.com/office/officeart/2005/8/layout/chevron2"/>
    <dgm:cxn modelId="{01F28771-5945-4D3D-B854-2F13E6AA329C}" type="presOf" srcId="{C22712CC-BEF0-4757-94DE-8034EC955EF6}" destId="{3C1AD64B-9339-4B91-94ED-1E0EDBCB2EBA}" srcOrd="0" destOrd="0" presId="urn:microsoft.com/office/officeart/2005/8/layout/chevron2"/>
    <dgm:cxn modelId="{EFE00683-0154-4151-A852-836ADCD97AB6}" type="presOf" srcId="{D4B7FFA4-5953-45E6-867C-619ABC88EA29}" destId="{260B0782-5947-430E-98FD-574A01408AD9}" srcOrd="0" destOrd="0" presId="urn:microsoft.com/office/officeart/2005/8/layout/chevron2"/>
    <dgm:cxn modelId="{30EABB93-7984-4E60-8A70-3217A408A72A}" type="presOf" srcId="{1281C451-3184-4585-87ED-88EF90E5BAB6}" destId="{BF82A40E-5C61-4F30-8C0B-93878D013215}" srcOrd="0" destOrd="0" presId="urn:microsoft.com/office/officeart/2005/8/layout/chevron2"/>
    <dgm:cxn modelId="{6DA3189B-A12D-4DF0-89C6-D631CB4DB7C7}" type="presOf" srcId="{78697BD3-3677-44FD-9422-857AEAD40BE6}" destId="{6BFDA6D6-037D-4B94-A7F4-5883D2CBC2F0}" srcOrd="0" destOrd="0" presId="urn:microsoft.com/office/officeart/2005/8/layout/chevron2"/>
    <dgm:cxn modelId="{848CE7A2-4470-4430-AB93-BA5531451153}" type="presOf" srcId="{785A2ECB-EBC9-4222-8691-CA2166EB267C}" destId="{359EF166-16C6-410B-A9AD-C08335DE00B8}" srcOrd="0" destOrd="0" presId="urn:microsoft.com/office/officeart/2005/8/layout/chevron2"/>
    <dgm:cxn modelId="{B2AB23B1-38E7-45B7-8B4F-422FE4859347}" srcId="{78697BD3-3677-44FD-9422-857AEAD40BE6}" destId="{785A2ECB-EBC9-4222-8691-CA2166EB267C}" srcOrd="2" destOrd="0" parTransId="{B19EA34D-9CC2-4580-9D68-BDE45262C32F}" sibTransId="{60B25298-C6A6-4D26-9C9E-2F16A8E48790}"/>
    <dgm:cxn modelId="{3D9C8FCF-2790-4C30-B5D4-578D274783A1}" srcId="{78697BD3-3677-44FD-9422-857AEAD40BE6}" destId="{15588544-DBC1-4B13-B7EE-B285C48C1FCA}" srcOrd="4" destOrd="0" parTransId="{74E9DA28-9A59-43EF-BBA4-874A57B2E005}" sibTransId="{D066F350-9CA8-4EAA-AFAF-47751C477CD5}"/>
    <dgm:cxn modelId="{9559A6D2-B94B-49CC-BF74-37FDAFCA80D1}" type="presOf" srcId="{E0CC02AF-572D-4CF5-89DC-9723B49D3C6D}" destId="{EF197F64-2926-4AD5-A039-457D69CDD628}" srcOrd="0" destOrd="0" presId="urn:microsoft.com/office/officeart/2005/8/layout/chevron2"/>
    <dgm:cxn modelId="{3C162F82-FFE0-4B71-B370-4D0FA6DD8126}" type="presParOf" srcId="{6BFDA6D6-037D-4B94-A7F4-5883D2CBC2F0}" destId="{32BEADA0-0280-4FF4-9C0B-BD8480A63642}" srcOrd="0" destOrd="0" presId="urn:microsoft.com/office/officeart/2005/8/layout/chevron2"/>
    <dgm:cxn modelId="{2ABD58D0-A483-4271-B2BB-F709E5AA7078}" type="presParOf" srcId="{32BEADA0-0280-4FF4-9C0B-BD8480A63642}" destId="{3C1AD64B-9339-4B91-94ED-1E0EDBCB2EBA}" srcOrd="0" destOrd="0" presId="urn:microsoft.com/office/officeart/2005/8/layout/chevron2"/>
    <dgm:cxn modelId="{15C163A8-DC5E-4C6E-A9C9-F5B1074FE3D1}" type="presParOf" srcId="{32BEADA0-0280-4FF4-9C0B-BD8480A63642}" destId="{C0F5D773-A590-4B71-BAC3-ADE085D6D610}" srcOrd="1" destOrd="0" presId="urn:microsoft.com/office/officeart/2005/8/layout/chevron2"/>
    <dgm:cxn modelId="{BBD4A211-E691-4168-B204-52D4DEABF00F}" type="presParOf" srcId="{6BFDA6D6-037D-4B94-A7F4-5883D2CBC2F0}" destId="{CC8ED692-B3BC-4F55-A9F7-EA3F08F9A88F}" srcOrd="1" destOrd="0" presId="urn:microsoft.com/office/officeart/2005/8/layout/chevron2"/>
    <dgm:cxn modelId="{B08475BA-DBF9-40EC-AA57-EFAB6F5B2AA6}" type="presParOf" srcId="{6BFDA6D6-037D-4B94-A7F4-5883D2CBC2F0}" destId="{4F180942-108E-42BD-9BAC-6D3BCE2FA983}" srcOrd="2" destOrd="0" presId="urn:microsoft.com/office/officeart/2005/8/layout/chevron2"/>
    <dgm:cxn modelId="{C59B070D-C2A2-4748-A939-FBBDE613500F}" type="presParOf" srcId="{4F180942-108E-42BD-9BAC-6D3BCE2FA983}" destId="{E7EEB205-8087-4DDC-93CB-0B74D06DB8AF}" srcOrd="0" destOrd="0" presId="urn:microsoft.com/office/officeart/2005/8/layout/chevron2"/>
    <dgm:cxn modelId="{728ECA21-1980-4B77-BE44-33C9CDDBA3A1}" type="presParOf" srcId="{4F180942-108E-42BD-9BAC-6D3BCE2FA983}" destId="{260B0782-5947-430E-98FD-574A01408AD9}" srcOrd="1" destOrd="0" presId="urn:microsoft.com/office/officeart/2005/8/layout/chevron2"/>
    <dgm:cxn modelId="{2EBD936D-D065-4838-A5CC-F09815CB0874}" type="presParOf" srcId="{6BFDA6D6-037D-4B94-A7F4-5883D2CBC2F0}" destId="{1C3D0111-78D5-4D04-8F11-380DEB6244B8}" srcOrd="3" destOrd="0" presId="urn:microsoft.com/office/officeart/2005/8/layout/chevron2"/>
    <dgm:cxn modelId="{8F88C29C-4261-4ED0-AF80-4693A56B2564}" type="presParOf" srcId="{6BFDA6D6-037D-4B94-A7F4-5883D2CBC2F0}" destId="{F944F996-9CC8-41F8-9A92-DAF9BF7B2AAF}" srcOrd="4" destOrd="0" presId="urn:microsoft.com/office/officeart/2005/8/layout/chevron2"/>
    <dgm:cxn modelId="{5F00127F-F21D-4135-AC36-0DB5E6F530D3}" type="presParOf" srcId="{F944F996-9CC8-41F8-9A92-DAF9BF7B2AAF}" destId="{359EF166-16C6-410B-A9AD-C08335DE00B8}" srcOrd="0" destOrd="0" presId="urn:microsoft.com/office/officeart/2005/8/layout/chevron2"/>
    <dgm:cxn modelId="{ADE7F27E-1774-4E39-9C39-2BF0519F9C77}" type="presParOf" srcId="{F944F996-9CC8-41F8-9A92-DAF9BF7B2AAF}" destId="{2C93CA08-68EB-4968-94BD-CF1EF0E6315A}" srcOrd="1" destOrd="0" presId="urn:microsoft.com/office/officeart/2005/8/layout/chevron2"/>
    <dgm:cxn modelId="{C0D89545-4D15-482F-BA14-3D2E60D3994B}" type="presParOf" srcId="{6BFDA6D6-037D-4B94-A7F4-5883D2CBC2F0}" destId="{06341076-0E89-4DF4-884A-D193F9DBD749}" srcOrd="5" destOrd="0" presId="urn:microsoft.com/office/officeart/2005/8/layout/chevron2"/>
    <dgm:cxn modelId="{5559FE20-7807-43C9-980C-E79BDDC305E5}" type="presParOf" srcId="{6BFDA6D6-037D-4B94-A7F4-5883D2CBC2F0}" destId="{6A8B2E01-79D8-45AE-B038-0BA608C6275E}" srcOrd="6" destOrd="0" presId="urn:microsoft.com/office/officeart/2005/8/layout/chevron2"/>
    <dgm:cxn modelId="{620C9586-5A20-4DB6-8804-C539F5F6217D}" type="presParOf" srcId="{6A8B2E01-79D8-45AE-B038-0BA608C6275E}" destId="{EF197F64-2926-4AD5-A039-457D69CDD628}" srcOrd="0" destOrd="0" presId="urn:microsoft.com/office/officeart/2005/8/layout/chevron2"/>
    <dgm:cxn modelId="{83F58412-F642-4E0D-BF41-ADB4D31CB373}" type="presParOf" srcId="{6A8B2E01-79D8-45AE-B038-0BA608C6275E}" destId="{6B5454AC-9D9A-4A3C-937A-0585CE6A7A32}" srcOrd="1" destOrd="0" presId="urn:microsoft.com/office/officeart/2005/8/layout/chevron2"/>
    <dgm:cxn modelId="{8D7F2828-A4A1-4AEC-80C8-CCF827334ED5}" type="presParOf" srcId="{6BFDA6D6-037D-4B94-A7F4-5883D2CBC2F0}" destId="{758BBC5C-5710-4149-A3C3-67E3278B1644}" srcOrd="7" destOrd="0" presId="urn:microsoft.com/office/officeart/2005/8/layout/chevron2"/>
    <dgm:cxn modelId="{31402D22-707D-4E21-ACBB-9674CE731A9F}" type="presParOf" srcId="{6BFDA6D6-037D-4B94-A7F4-5883D2CBC2F0}" destId="{BF5CF1CD-E699-4C38-A0AC-92ABB547A089}" srcOrd="8" destOrd="0" presId="urn:microsoft.com/office/officeart/2005/8/layout/chevron2"/>
    <dgm:cxn modelId="{41D4F911-31F4-4270-B945-65D558E1DBDE}" type="presParOf" srcId="{BF5CF1CD-E699-4C38-A0AC-92ABB547A089}" destId="{E016A9EF-0B22-4DFA-987D-7884EBE602F5}" srcOrd="0" destOrd="0" presId="urn:microsoft.com/office/officeart/2005/8/layout/chevron2"/>
    <dgm:cxn modelId="{C31894F8-2BE9-4804-B946-A2CEEDDD2D76}" type="presParOf" srcId="{BF5CF1CD-E699-4C38-A0AC-92ABB547A089}" destId="{BF82A40E-5C61-4F30-8C0B-93878D01321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AD64B-9339-4B91-94ED-1E0EDBCB2EBA}">
      <dsp:nvSpPr>
        <dsp:cNvPr id="0" name=""/>
        <dsp:cNvSpPr/>
      </dsp:nvSpPr>
      <dsp:spPr>
        <a:xfrm rot="5400000">
          <a:off x="-156228" y="156460"/>
          <a:ext cx="1041522" cy="729065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Replacing</a:t>
          </a:r>
        </a:p>
      </dsp:txBody>
      <dsp:txXfrm rot="-5400000">
        <a:off x="1" y="364765"/>
        <a:ext cx="729065" cy="312457"/>
      </dsp:txXfrm>
    </dsp:sp>
    <dsp:sp modelId="{C0F5D773-A590-4B71-BAC3-ADE085D6D610}">
      <dsp:nvSpPr>
        <dsp:cNvPr id="0" name=""/>
        <dsp:cNvSpPr/>
      </dsp:nvSpPr>
      <dsp:spPr>
        <a:xfrm rot="5400000">
          <a:off x="1956039" y="-1226741"/>
          <a:ext cx="676989" cy="313093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Replacing null values</a:t>
          </a:r>
        </a:p>
      </dsp:txBody>
      <dsp:txXfrm rot="-5400000">
        <a:off x="729066" y="33280"/>
        <a:ext cx="3097888" cy="610893"/>
      </dsp:txXfrm>
    </dsp:sp>
    <dsp:sp modelId="{E7EEB205-8087-4DDC-93CB-0B74D06DB8AF}">
      <dsp:nvSpPr>
        <dsp:cNvPr id="0" name=""/>
        <dsp:cNvSpPr/>
      </dsp:nvSpPr>
      <dsp:spPr>
        <a:xfrm rot="5400000">
          <a:off x="-156228" y="1077532"/>
          <a:ext cx="1041522" cy="729065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Removing</a:t>
          </a:r>
        </a:p>
      </dsp:txBody>
      <dsp:txXfrm rot="-5400000">
        <a:off x="1" y="1285837"/>
        <a:ext cx="729065" cy="312457"/>
      </dsp:txXfrm>
    </dsp:sp>
    <dsp:sp modelId="{260B0782-5947-430E-98FD-574A01408AD9}">
      <dsp:nvSpPr>
        <dsp:cNvPr id="0" name=""/>
        <dsp:cNvSpPr/>
      </dsp:nvSpPr>
      <dsp:spPr>
        <a:xfrm rot="5400000">
          <a:off x="1956039" y="-305669"/>
          <a:ext cx="676989" cy="313093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Removing duplicates</a:t>
          </a:r>
        </a:p>
      </dsp:txBody>
      <dsp:txXfrm rot="-5400000">
        <a:off x="729066" y="954352"/>
        <a:ext cx="3097888" cy="610893"/>
      </dsp:txXfrm>
    </dsp:sp>
    <dsp:sp modelId="{359EF166-16C6-410B-A9AD-C08335DE00B8}">
      <dsp:nvSpPr>
        <dsp:cNvPr id="0" name=""/>
        <dsp:cNvSpPr/>
      </dsp:nvSpPr>
      <dsp:spPr>
        <a:xfrm rot="5400000">
          <a:off x="-156228" y="1998605"/>
          <a:ext cx="1041522" cy="729065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Correcting</a:t>
          </a:r>
        </a:p>
      </dsp:txBody>
      <dsp:txXfrm rot="-5400000">
        <a:off x="1" y="2206910"/>
        <a:ext cx="729065" cy="312457"/>
      </dsp:txXfrm>
    </dsp:sp>
    <dsp:sp modelId="{2C93CA08-68EB-4968-94BD-CF1EF0E6315A}">
      <dsp:nvSpPr>
        <dsp:cNvPr id="0" name=""/>
        <dsp:cNvSpPr/>
      </dsp:nvSpPr>
      <dsp:spPr>
        <a:xfrm rot="5400000">
          <a:off x="1956039" y="615403"/>
          <a:ext cx="676989" cy="313093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Correcting data types</a:t>
          </a:r>
        </a:p>
      </dsp:txBody>
      <dsp:txXfrm rot="-5400000">
        <a:off x="729066" y="1875424"/>
        <a:ext cx="3097888" cy="610893"/>
      </dsp:txXfrm>
    </dsp:sp>
    <dsp:sp modelId="{EF197F64-2926-4AD5-A039-457D69CDD628}">
      <dsp:nvSpPr>
        <dsp:cNvPr id="0" name=""/>
        <dsp:cNvSpPr/>
      </dsp:nvSpPr>
      <dsp:spPr>
        <a:xfrm rot="5400000">
          <a:off x="-156228" y="2919677"/>
          <a:ext cx="1041522" cy="729065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Removing</a:t>
          </a:r>
        </a:p>
      </dsp:txBody>
      <dsp:txXfrm rot="-5400000">
        <a:off x="1" y="3127982"/>
        <a:ext cx="729065" cy="312457"/>
      </dsp:txXfrm>
    </dsp:sp>
    <dsp:sp modelId="{6B5454AC-9D9A-4A3C-937A-0585CE6A7A32}">
      <dsp:nvSpPr>
        <dsp:cNvPr id="0" name=""/>
        <dsp:cNvSpPr/>
      </dsp:nvSpPr>
      <dsp:spPr>
        <a:xfrm rot="5400000">
          <a:off x="1956039" y="1536475"/>
          <a:ext cx="676989" cy="313093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Removing outliers</a:t>
          </a:r>
        </a:p>
      </dsp:txBody>
      <dsp:txXfrm rot="-5400000">
        <a:off x="729066" y="2796496"/>
        <a:ext cx="3097888" cy="610893"/>
      </dsp:txXfrm>
    </dsp:sp>
    <dsp:sp modelId="{E016A9EF-0B22-4DFA-987D-7884EBE602F5}">
      <dsp:nvSpPr>
        <dsp:cNvPr id="0" name=""/>
        <dsp:cNvSpPr/>
      </dsp:nvSpPr>
      <dsp:spPr>
        <a:xfrm rot="5400000">
          <a:off x="-156228" y="3840750"/>
          <a:ext cx="1041522" cy="729065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Placing</a:t>
          </a:r>
        </a:p>
      </dsp:txBody>
      <dsp:txXfrm rot="-5400000">
        <a:off x="1" y="4049055"/>
        <a:ext cx="729065" cy="312457"/>
      </dsp:txXfrm>
    </dsp:sp>
    <dsp:sp modelId="{BF82A40E-5C61-4F30-8C0B-93878D013215}">
      <dsp:nvSpPr>
        <dsp:cNvPr id="0" name=""/>
        <dsp:cNvSpPr/>
      </dsp:nvSpPr>
      <dsp:spPr>
        <a:xfrm rot="5400000">
          <a:off x="1956039" y="2457548"/>
          <a:ext cx="676989" cy="313093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Placing the proper currencies symbols</a:t>
          </a:r>
        </a:p>
      </dsp:txBody>
      <dsp:txXfrm rot="-5400000">
        <a:off x="729066" y="3717569"/>
        <a:ext cx="3097888" cy="610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9AA7-7B10-E69E-281D-4B82721B9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9C283-1AF9-65B0-EE8E-CE98F5CE4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0598F-9D96-4F39-3F2D-839B8E10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83335-396B-92E6-340A-56FAC89B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316D6-B96A-9E75-9920-90EF2D3E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2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2681A-9C52-7A73-6A5C-5F372DBB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5DA6-7817-36A4-0430-61CEE26B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2FAC8-DC76-4107-7009-49643329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F22A3-1DFF-1580-58BE-B7B47D5E2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0ACD-FBF9-C507-4CB2-0B4F8926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717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6BA3-DCDA-59E6-A967-5605991A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986ED-7FF1-8E74-9BAB-C97E52E08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7252D-66B1-8CF5-7BD1-2C5B9A8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52719-2068-4F7A-5F5A-0CC2C06A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0EC62-1940-D1BC-8381-161A8618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0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F03F-80AD-A9B6-0D12-A2E0CDC0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DBAF-8716-520A-0FE4-FB64C1966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26563-3480-AE3E-3A58-8E96BE287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21668-771F-D95B-CF69-625DF27C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365AE-08FF-C73B-B4EB-636F4140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35CEC-8A35-21DE-4309-2E65D447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349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B1ED-9556-E32C-9CD5-C6D67569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AD0CD-98F1-E643-7FA9-BB86C23FC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6FA63-ABA9-2DA1-6789-B9A571546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B0A50-3C01-6791-A889-1D0596710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32F51-DA15-FD60-7E30-9DE6E8C6B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DCD08-0E46-376B-0692-A56929DC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D5DC9-3606-6BFD-2C24-6BDA2637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5F1BC-17FB-AF10-916A-7731AC23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5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E735-5554-FDAC-C4DF-2E99C9CD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27038-0062-5C6E-7A78-D7415E6B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3D3E5-DC7D-7E10-C3A0-1C939944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35291-AC78-FF5E-7DCE-986BD620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4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FCDE49-CB35-E192-6A65-BA724782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95D33-51F0-5A11-B537-F36261BB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A4100-767D-28BE-6385-68C3DAB0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0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3D71-3BAC-45AE-69B4-51E6104B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1D5F-C9D7-6C97-9930-D66D54B20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BF097-1437-7C5D-55A9-576E655F9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21E3D-14A1-79E6-70AA-C2AC6C84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6078E-DD87-6B4D-B1C7-BD01861EE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EAB75-18FC-41EB-1E64-B1E4B583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4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5F03-3B3F-D06E-F896-649EB636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D98F9-5A30-A513-E5A7-4C68C1451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12D9D-22E4-7C6F-F436-76920FE4B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2D138-BE9A-1F1A-4B1B-729280507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DDE8A-A557-0D3F-6258-67F32113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BB312-5B7D-C6C8-EB25-25FA6047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0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CE314-9130-A0AC-61D4-497563F14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3EDF2-3B28-EE37-6454-66D33F143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41CF2-769D-078E-897B-3975D43C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990E9-1054-7D8E-0F48-B9A5F0ED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3F472-310B-5E7D-59F5-5EF93381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842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EA7E4-01CD-8E94-67DD-320B1D223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AE8C1-F4CB-E85E-B997-C57873D38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38DC9-4FB9-9EE0-5748-C34DF300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389F1-7633-C36D-D55D-31ACAA1F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2EA3B-DAE3-49FB-DF0E-6A4868E6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48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F84FEE-69F5-B3DC-DF24-5C25D078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5DF2-F6B0-A91F-DF84-A6B2A8127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7844-7CA7-D4E8-2335-2F5C1817C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A26A4-2C02-4227-8520-0337DAA9325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6729C-6A7D-54A1-6FF8-FF68E5965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75412-9282-5C84-E88E-A08A4CEE0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A64CA-C1DC-41F7-96DD-EEA81E354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13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F2013640-7E0F-160B-F6AE-B6496363DD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58" b="15048"/>
          <a:stretch>
            <a:fillRect/>
          </a:stretch>
        </p:blipFill>
        <p:spPr>
          <a:xfrm>
            <a:off x="128585" y="115194"/>
            <a:ext cx="11934817" cy="6627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18EC62-B401-0EFE-5631-D0C271BB3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422400"/>
            <a:ext cx="5505449" cy="238760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5000">
                <a:solidFill>
                  <a:schemeClr val="bg1"/>
                </a:solidFill>
              </a:rPr>
              <a:t>Salary Survey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FB25F-EE78-3AEC-0FAC-0521CB1AF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By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Jayanthar 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DADS July Cohort -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89CBBC-7743-43D9-A324-25CB472E9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2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lose-up of a blue surface&#10;&#10;AI-generated content may be incorrect.">
            <a:extLst>
              <a:ext uri="{FF2B5EF4-FFF2-40B4-BE49-F238E27FC236}">
                <a16:creationId xmlns:a16="http://schemas.microsoft.com/office/drawing/2014/main" id="{ABF15767-7F74-0494-B131-0CC6990F78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5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BBD26-2861-5D3C-5007-1D8074CA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en-IN" sz="8000">
                <a:ln w="22225">
                  <a:solidFill>
                    <a:srgbClr val="FFFFFF"/>
                  </a:solidFill>
                </a:ln>
                <a:noFill/>
              </a:rPr>
              <a:t>Cleaning Process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061170C-75E5-180B-282A-A222E5DB0C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9208735"/>
              </p:ext>
            </p:extLst>
          </p:nvPr>
        </p:nvGraphicFramePr>
        <p:xfrm>
          <a:off x="7534641" y="1065862"/>
          <a:ext cx="3860002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0492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01C3F-C22D-7253-2105-867B6855E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Industry &amp; Gender wise Salary</a:t>
            </a:r>
          </a:p>
        </p:txBody>
      </p:sp>
      <p:pic>
        <p:nvPicPr>
          <p:cNvPr id="7" name="Content Placeholder 6" descr="A graph on a white sheet&#10;&#10;AI-generated content may be incorrect.">
            <a:extLst>
              <a:ext uri="{FF2B5EF4-FFF2-40B4-BE49-F238E27FC236}">
                <a16:creationId xmlns:a16="http://schemas.microsoft.com/office/drawing/2014/main" id="{C72FDD80-C007-A5B3-2B2A-43ED57D72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634834"/>
            <a:ext cx="11327549" cy="31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70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AD351-FB04-8B0A-07AD-D7EC47BF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Job Title wise Salary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99964549-7158-AD98-158F-FCF0448C0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10" name="Content Placeholder 9" descr="A graph of numbers and a number&#10;&#10;AI-generated content may be incorrect.">
            <a:extLst>
              <a:ext uri="{FF2B5EF4-FFF2-40B4-BE49-F238E27FC236}">
                <a16:creationId xmlns:a16="http://schemas.microsoft.com/office/drawing/2014/main" id="{4297E856-E981-EF71-8ED3-E2DD795095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96" r="-1" b="11329"/>
          <a:stretch>
            <a:fillRect/>
          </a:stretch>
        </p:blipFill>
        <p:spPr>
          <a:xfrm>
            <a:off x="432225" y="2366798"/>
            <a:ext cx="11327549" cy="36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8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CDAC6-CF57-CC02-8A34-DC157B40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Comparison &amp; Median of Salary</a:t>
            </a:r>
          </a:p>
        </p:txBody>
      </p:sp>
      <p:pic>
        <p:nvPicPr>
          <p:cNvPr id="7" name="Picture 6" descr="A graph with blue lines&#10;&#10;AI-generated content may be incorrect.">
            <a:extLst>
              <a:ext uri="{FF2B5EF4-FFF2-40B4-BE49-F238E27FC236}">
                <a16:creationId xmlns:a16="http://schemas.microsoft.com/office/drawing/2014/main" id="{1A06E037-D419-CEC5-C4DF-44A36872B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81" y="1928621"/>
            <a:ext cx="5329451" cy="3608578"/>
          </a:xfrm>
          <a:prstGeom prst="rect">
            <a:avLst/>
          </a:prstGeom>
        </p:spPr>
      </p:pic>
      <p:pic>
        <p:nvPicPr>
          <p:cNvPr id="12" name="Content Placeholder 11" descr="A graph of salary&#10;&#10;AI-generated content may be incorrect.">
            <a:extLst>
              <a:ext uri="{FF2B5EF4-FFF2-40B4-BE49-F238E27FC236}">
                <a16:creationId xmlns:a16="http://schemas.microsoft.com/office/drawing/2014/main" id="{23E6ECFD-F223-216F-5C52-39C8E19AD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0" y="2202996"/>
            <a:ext cx="5131087" cy="228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6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C57C0-5165-6B5E-ACD4-7F883EA2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Percentage of Gender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E306A9-A79B-9204-F82C-8047FA30F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089664"/>
            <a:ext cx="7225748" cy="467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9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4" name="Rectangle 1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D3DCE-18DA-9933-AADD-5FD6DFAC7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Education wise Salary </a:t>
            </a:r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261D3E86-A020-C2BF-E67F-E21A97A21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67210040-C80B-161D-ECDE-062E27D70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9" y="1966293"/>
            <a:ext cx="1120040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9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154BE-2E81-6593-1528-93E23FAD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Experience wise Salary </a:t>
            </a:r>
          </a:p>
        </p:txBody>
      </p:sp>
      <p:pic>
        <p:nvPicPr>
          <p:cNvPr id="6" name="Content Placeholder 5" descr="A graph of blue lines&#10;&#10;AI-generated content may be incorrect.">
            <a:extLst>
              <a:ext uri="{FF2B5EF4-FFF2-40B4-BE49-F238E27FC236}">
                <a16:creationId xmlns:a16="http://schemas.microsoft.com/office/drawing/2014/main" id="{5D6708EC-9D4C-DA78-E743-6369C5416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974661"/>
            <a:ext cx="11327549" cy="243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06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C090D-2B95-8390-5D8A-C56C62A9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Country 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wise Salary</a:t>
            </a:r>
          </a:p>
        </p:txBody>
      </p:sp>
      <p:pic>
        <p:nvPicPr>
          <p:cNvPr id="11" name="Content Placeholder 10" descr="A pie chart with numbers and a number&#10;&#10;AI-generated content may be incorrect.">
            <a:extLst>
              <a:ext uri="{FF2B5EF4-FFF2-40B4-BE49-F238E27FC236}">
                <a16:creationId xmlns:a16="http://schemas.microsoft.com/office/drawing/2014/main" id="{EED49F56-3B8E-33E5-C5B7-A9FEBAFE5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79340"/>
            <a:ext cx="7225748" cy="429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39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1B549-DC1C-EEE4-FD8C-0C6F5AC2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City wise Salary 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graph with blue and black text&#10;&#10;AI-generated content may be incorrect.">
            <a:extLst>
              <a:ext uri="{FF2B5EF4-FFF2-40B4-BE49-F238E27FC236}">
                <a16:creationId xmlns:a16="http://schemas.microsoft.com/office/drawing/2014/main" id="{BCE8E5DF-DF56-798E-5AF7-41EDE8F9F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988821"/>
            <a:ext cx="11327549" cy="240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34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FCD2B-1B28-CC40-6288-460FBBC57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IN" sz="4000">
                <a:solidFill>
                  <a:srgbClr val="FFFFFF"/>
                </a:solidFill>
              </a:rPr>
              <a:t>Dashboard </a:t>
            </a:r>
            <a:endParaRPr lang="en-IN" sz="40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2D27CC-37E2-5736-6755-B7FC64C72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823" y="2310130"/>
            <a:ext cx="8824991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87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66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Salary Survey Analysis</vt:lpstr>
      <vt:lpstr>Cleaning Process</vt:lpstr>
      <vt:lpstr>Industry &amp; Gender wise Salary</vt:lpstr>
      <vt:lpstr>Job Title wise Salary</vt:lpstr>
      <vt:lpstr>Comparison &amp; Median of Salary</vt:lpstr>
      <vt:lpstr>Percentage of Gender </vt:lpstr>
      <vt:lpstr>Education wise Salary </vt:lpstr>
      <vt:lpstr>Experience wise Salary </vt:lpstr>
      <vt:lpstr>Country  wise Salary</vt:lpstr>
      <vt:lpstr>City wise Salary </vt:lpstr>
      <vt:lpstr>Dashboard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Jayanthar S</dc:creator>
  <cp:lastModifiedBy>Jayanthar S</cp:lastModifiedBy>
  <cp:revision>54</cp:revision>
  <dcterms:created xsi:type="dcterms:W3CDTF">2025-11-26T03:27:30Z</dcterms:created>
  <dcterms:modified xsi:type="dcterms:W3CDTF">2025-11-28T18:09:23Z</dcterms:modified>
</cp:coreProperties>
</file>