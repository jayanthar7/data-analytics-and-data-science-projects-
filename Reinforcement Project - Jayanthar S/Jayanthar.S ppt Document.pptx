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8" r:id="rId9"/>
    <p:sldId id="261" r:id="rId10"/>
    <p:sldId id="269" r:id="rId11"/>
    <p:sldId id="262" r:id="rId12"/>
    <p:sldId id="270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37C99C-2149-4ABE-9DDD-2B28275C89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930BE6-4082-47D7-8E68-E84323D870FD}">
      <dgm:prSet/>
      <dgm:spPr/>
      <dgm:t>
        <a:bodyPr/>
        <a:lstStyle/>
        <a:p>
          <a:r>
            <a:rPr lang="en-US"/>
            <a:t>Total sales formula : </a:t>
          </a:r>
          <a:r>
            <a:rPr lang="en-IN"/>
            <a:t>=sum(sales range)</a:t>
          </a:r>
          <a:endParaRPr lang="en-US"/>
        </a:p>
      </dgm:t>
    </dgm:pt>
    <dgm:pt modelId="{D2D2BB47-71F2-43B5-BF06-4823240647C7}" type="parTrans" cxnId="{8064C8DB-F088-4D45-A38B-DD0E53DF9F42}">
      <dgm:prSet/>
      <dgm:spPr/>
      <dgm:t>
        <a:bodyPr/>
        <a:lstStyle/>
        <a:p>
          <a:endParaRPr lang="en-US"/>
        </a:p>
      </dgm:t>
    </dgm:pt>
    <dgm:pt modelId="{D0952D6E-0A58-4F15-985A-F3DA87D58E72}" type="sibTrans" cxnId="{8064C8DB-F088-4D45-A38B-DD0E53DF9F42}">
      <dgm:prSet/>
      <dgm:spPr/>
      <dgm:t>
        <a:bodyPr/>
        <a:lstStyle/>
        <a:p>
          <a:endParaRPr lang="en-US"/>
        </a:p>
      </dgm:t>
    </dgm:pt>
    <dgm:pt modelId="{7B343167-D7C0-408E-A810-EF4593999025}">
      <dgm:prSet/>
      <dgm:spPr/>
      <dgm:t>
        <a:bodyPr/>
        <a:lstStyle/>
        <a:p>
          <a:r>
            <a:rPr lang="en-IN"/>
            <a:t>Adjusted Sales formula: =ROUND(sales*(1-discount),2)</a:t>
          </a:r>
          <a:endParaRPr lang="en-US"/>
        </a:p>
      </dgm:t>
    </dgm:pt>
    <dgm:pt modelId="{8F9B73CA-F4FA-4D00-A648-C503810DAD2F}" type="parTrans" cxnId="{15C5F172-14A4-4C2E-A266-6B0D31574C09}">
      <dgm:prSet/>
      <dgm:spPr/>
      <dgm:t>
        <a:bodyPr/>
        <a:lstStyle/>
        <a:p>
          <a:endParaRPr lang="en-US"/>
        </a:p>
      </dgm:t>
    </dgm:pt>
    <dgm:pt modelId="{CFC6F554-F963-4FB3-9E87-DA918684C751}" type="sibTrans" cxnId="{15C5F172-14A4-4C2E-A266-6B0D31574C09}">
      <dgm:prSet/>
      <dgm:spPr/>
      <dgm:t>
        <a:bodyPr/>
        <a:lstStyle/>
        <a:p>
          <a:endParaRPr lang="en-US"/>
        </a:p>
      </dgm:t>
    </dgm:pt>
    <dgm:pt modelId="{D4040A1B-CED5-486F-A3A9-8EB8AE67E3FD}">
      <dgm:prSet/>
      <dgm:spPr/>
      <dgm:t>
        <a:bodyPr/>
        <a:lstStyle/>
        <a:p>
          <a:r>
            <a:rPr lang="en-IN"/>
            <a:t>Total Adjusted Sales formula: =sum(range) </a:t>
          </a:r>
          <a:endParaRPr lang="en-US"/>
        </a:p>
      </dgm:t>
    </dgm:pt>
    <dgm:pt modelId="{9A0A8FF2-DD91-41F7-83CF-A9708387EB3A}" type="parTrans" cxnId="{BA5C51A6-FB9E-47C8-96D7-884DE53EB2A1}">
      <dgm:prSet/>
      <dgm:spPr/>
      <dgm:t>
        <a:bodyPr/>
        <a:lstStyle/>
        <a:p>
          <a:endParaRPr lang="en-US"/>
        </a:p>
      </dgm:t>
    </dgm:pt>
    <dgm:pt modelId="{C29A9C2C-2009-4F63-A1D0-5FD062CCCCAC}" type="sibTrans" cxnId="{BA5C51A6-FB9E-47C8-96D7-884DE53EB2A1}">
      <dgm:prSet/>
      <dgm:spPr/>
      <dgm:t>
        <a:bodyPr/>
        <a:lstStyle/>
        <a:p>
          <a:endParaRPr lang="en-US"/>
        </a:p>
      </dgm:t>
    </dgm:pt>
    <dgm:pt modelId="{6DE9D2A7-9FED-4B9D-BF83-003A18DE761B}">
      <dgm:prSet/>
      <dgm:spPr/>
      <dgm:t>
        <a:bodyPr/>
        <a:lstStyle/>
        <a:p>
          <a:r>
            <a:rPr lang="en-IN"/>
            <a:t>Discount Rate formula: =sum(range)</a:t>
          </a:r>
          <a:endParaRPr lang="en-US"/>
        </a:p>
      </dgm:t>
    </dgm:pt>
    <dgm:pt modelId="{F6275CBD-D28F-4E5E-B40A-57794F54456A}" type="parTrans" cxnId="{ECD1D7E9-F6D5-4352-8EB8-530C61E92E9A}">
      <dgm:prSet/>
      <dgm:spPr/>
      <dgm:t>
        <a:bodyPr/>
        <a:lstStyle/>
        <a:p>
          <a:endParaRPr lang="en-US"/>
        </a:p>
      </dgm:t>
    </dgm:pt>
    <dgm:pt modelId="{C60801B3-8754-4CC4-9738-C31FE4731E5D}" type="sibTrans" cxnId="{ECD1D7E9-F6D5-4352-8EB8-530C61E92E9A}">
      <dgm:prSet/>
      <dgm:spPr/>
      <dgm:t>
        <a:bodyPr/>
        <a:lstStyle/>
        <a:p>
          <a:endParaRPr lang="en-US"/>
        </a:p>
      </dgm:t>
    </dgm:pt>
    <dgm:pt modelId="{2D3D9D18-DB03-4282-A48A-D025F9AD6539}">
      <dgm:prSet/>
      <dgm:spPr/>
      <dgm:t>
        <a:bodyPr/>
        <a:lstStyle/>
        <a:p>
          <a:r>
            <a:rPr lang="en-IN"/>
            <a:t>Average Order Per Value formula: =average(sales/adjusted sales)</a:t>
          </a:r>
          <a:endParaRPr lang="en-US"/>
        </a:p>
      </dgm:t>
    </dgm:pt>
    <dgm:pt modelId="{63F2E998-F641-42D7-8BBE-35763C5F352A}" type="parTrans" cxnId="{05C7AD29-F351-4900-B2F2-DA663EF48FDD}">
      <dgm:prSet/>
      <dgm:spPr/>
      <dgm:t>
        <a:bodyPr/>
        <a:lstStyle/>
        <a:p>
          <a:endParaRPr lang="en-US"/>
        </a:p>
      </dgm:t>
    </dgm:pt>
    <dgm:pt modelId="{56547E81-33CC-4533-968D-05CA0AE9FDC7}" type="sibTrans" cxnId="{05C7AD29-F351-4900-B2F2-DA663EF48FDD}">
      <dgm:prSet/>
      <dgm:spPr/>
      <dgm:t>
        <a:bodyPr/>
        <a:lstStyle/>
        <a:p>
          <a:endParaRPr lang="en-US"/>
        </a:p>
      </dgm:t>
    </dgm:pt>
    <dgm:pt modelId="{A69EFB6D-16A7-4056-85C1-AF1C8D1BD34E}" type="pres">
      <dgm:prSet presAssocID="{1C37C99C-2149-4ABE-9DDD-2B28275C89BF}" presName="root" presStyleCnt="0">
        <dgm:presLayoutVars>
          <dgm:dir/>
          <dgm:resizeHandles val="exact"/>
        </dgm:presLayoutVars>
      </dgm:prSet>
      <dgm:spPr/>
    </dgm:pt>
    <dgm:pt modelId="{5A46C344-6179-4A68-9478-81EDBC73E905}" type="pres">
      <dgm:prSet presAssocID="{4E930BE6-4082-47D7-8E68-E84323D870FD}" presName="compNode" presStyleCnt="0"/>
      <dgm:spPr/>
    </dgm:pt>
    <dgm:pt modelId="{1113B807-56AD-4362-8447-9F469A2916C7}" type="pres">
      <dgm:prSet presAssocID="{4E930BE6-4082-47D7-8E68-E84323D870FD}" presName="bgRect" presStyleLbl="bgShp" presStyleIdx="0" presStyleCnt="5"/>
      <dgm:spPr/>
    </dgm:pt>
    <dgm:pt modelId="{3C7B7891-D6E7-449C-9F5D-F3311E2E1230}" type="pres">
      <dgm:prSet presAssocID="{4E930BE6-4082-47D7-8E68-E84323D870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218BA819-6311-439C-8BD1-31B77DD36D6C}" type="pres">
      <dgm:prSet presAssocID="{4E930BE6-4082-47D7-8E68-E84323D870FD}" presName="spaceRect" presStyleCnt="0"/>
      <dgm:spPr/>
    </dgm:pt>
    <dgm:pt modelId="{2526C629-F869-4632-ACF2-0662FBD1EC1E}" type="pres">
      <dgm:prSet presAssocID="{4E930BE6-4082-47D7-8E68-E84323D870FD}" presName="parTx" presStyleLbl="revTx" presStyleIdx="0" presStyleCnt="5">
        <dgm:presLayoutVars>
          <dgm:chMax val="0"/>
          <dgm:chPref val="0"/>
        </dgm:presLayoutVars>
      </dgm:prSet>
      <dgm:spPr/>
    </dgm:pt>
    <dgm:pt modelId="{88901368-AA50-408A-8199-A77934E1E03D}" type="pres">
      <dgm:prSet presAssocID="{D0952D6E-0A58-4F15-985A-F3DA87D58E72}" presName="sibTrans" presStyleCnt="0"/>
      <dgm:spPr/>
    </dgm:pt>
    <dgm:pt modelId="{01C5CD11-7C0D-4770-88A2-671AB9BA2A04}" type="pres">
      <dgm:prSet presAssocID="{7B343167-D7C0-408E-A810-EF4593999025}" presName="compNode" presStyleCnt="0"/>
      <dgm:spPr/>
    </dgm:pt>
    <dgm:pt modelId="{9C9DB40F-4AE6-4ABA-BA2B-9B21C80E0F55}" type="pres">
      <dgm:prSet presAssocID="{7B343167-D7C0-408E-A810-EF4593999025}" presName="bgRect" presStyleLbl="bgShp" presStyleIdx="1" presStyleCnt="5"/>
      <dgm:spPr/>
    </dgm:pt>
    <dgm:pt modelId="{E11BC610-416C-4313-80C4-02D21C320C8E}" type="pres">
      <dgm:prSet presAssocID="{7B343167-D7C0-408E-A810-EF459399902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31121A94-4081-4B50-BB08-BEA16F496D01}" type="pres">
      <dgm:prSet presAssocID="{7B343167-D7C0-408E-A810-EF4593999025}" presName="spaceRect" presStyleCnt="0"/>
      <dgm:spPr/>
    </dgm:pt>
    <dgm:pt modelId="{8FA34851-29F0-4B05-8571-5E3B37A47332}" type="pres">
      <dgm:prSet presAssocID="{7B343167-D7C0-408E-A810-EF4593999025}" presName="parTx" presStyleLbl="revTx" presStyleIdx="1" presStyleCnt="5">
        <dgm:presLayoutVars>
          <dgm:chMax val="0"/>
          <dgm:chPref val="0"/>
        </dgm:presLayoutVars>
      </dgm:prSet>
      <dgm:spPr/>
    </dgm:pt>
    <dgm:pt modelId="{7DCF1F29-480D-4188-B87B-689CE2B8CBCF}" type="pres">
      <dgm:prSet presAssocID="{CFC6F554-F963-4FB3-9E87-DA918684C751}" presName="sibTrans" presStyleCnt="0"/>
      <dgm:spPr/>
    </dgm:pt>
    <dgm:pt modelId="{5D4473FF-B97A-4D78-8CC3-FFDFDD9EA149}" type="pres">
      <dgm:prSet presAssocID="{D4040A1B-CED5-486F-A3A9-8EB8AE67E3FD}" presName="compNode" presStyleCnt="0"/>
      <dgm:spPr/>
    </dgm:pt>
    <dgm:pt modelId="{DF5960D4-34B4-4852-87F7-D4BDC1CBAF16}" type="pres">
      <dgm:prSet presAssocID="{D4040A1B-CED5-486F-A3A9-8EB8AE67E3FD}" presName="bgRect" presStyleLbl="bgShp" presStyleIdx="2" presStyleCnt="5"/>
      <dgm:spPr/>
    </dgm:pt>
    <dgm:pt modelId="{0847B149-F10F-414D-AF59-09A712F650A4}" type="pres">
      <dgm:prSet presAssocID="{D4040A1B-CED5-486F-A3A9-8EB8AE67E3F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5CBFF66-9019-4A11-86B2-91C9D4C4A78C}" type="pres">
      <dgm:prSet presAssocID="{D4040A1B-CED5-486F-A3A9-8EB8AE67E3FD}" presName="spaceRect" presStyleCnt="0"/>
      <dgm:spPr/>
    </dgm:pt>
    <dgm:pt modelId="{21D562AB-C397-4CDD-9C3F-DF00BC63A5A5}" type="pres">
      <dgm:prSet presAssocID="{D4040A1B-CED5-486F-A3A9-8EB8AE67E3FD}" presName="parTx" presStyleLbl="revTx" presStyleIdx="2" presStyleCnt="5">
        <dgm:presLayoutVars>
          <dgm:chMax val="0"/>
          <dgm:chPref val="0"/>
        </dgm:presLayoutVars>
      </dgm:prSet>
      <dgm:spPr/>
    </dgm:pt>
    <dgm:pt modelId="{24BFE189-B27D-468C-80D8-2E26C95F0294}" type="pres">
      <dgm:prSet presAssocID="{C29A9C2C-2009-4F63-A1D0-5FD062CCCCAC}" presName="sibTrans" presStyleCnt="0"/>
      <dgm:spPr/>
    </dgm:pt>
    <dgm:pt modelId="{6C192B01-A6B9-474F-8D7C-7DBECCE53929}" type="pres">
      <dgm:prSet presAssocID="{6DE9D2A7-9FED-4B9D-BF83-003A18DE761B}" presName="compNode" presStyleCnt="0"/>
      <dgm:spPr/>
    </dgm:pt>
    <dgm:pt modelId="{2041A190-F7A7-4FFC-9AB0-1564FCDE949E}" type="pres">
      <dgm:prSet presAssocID="{6DE9D2A7-9FED-4B9D-BF83-003A18DE761B}" presName="bgRect" presStyleLbl="bgShp" presStyleIdx="3" presStyleCnt="5"/>
      <dgm:spPr/>
    </dgm:pt>
    <dgm:pt modelId="{BF6DEE14-0717-4113-91B0-1B001E240F78}" type="pres">
      <dgm:prSet presAssocID="{6DE9D2A7-9FED-4B9D-BF83-003A18DE761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CD959321-EA75-41C8-9553-BDE23898F2CB}" type="pres">
      <dgm:prSet presAssocID="{6DE9D2A7-9FED-4B9D-BF83-003A18DE761B}" presName="spaceRect" presStyleCnt="0"/>
      <dgm:spPr/>
    </dgm:pt>
    <dgm:pt modelId="{030F3B8F-BBE0-4D3E-8652-6D8D4524D6D3}" type="pres">
      <dgm:prSet presAssocID="{6DE9D2A7-9FED-4B9D-BF83-003A18DE761B}" presName="parTx" presStyleLbl="revTx" presStyleIdx="3" presStyleCnt="5">
        <dgm:presLayoutVars>
          <dgm:chMax val="0"/>
          <dgm:chPref val="0"/>
        </dgm:presLayoutVars>
      </dgm:prSet>
      <dgm:spPr/>
    </dgm:pt>
    <dgm:pt modelId="{166B65AA-54BB-42FA-A49D-7AF70504B5B2}" type="pres">
      <dgm:prSet presAssocID="{C60801B3-8754-4CC4-9738-C31FE4731E5D}" presName="sibTrans" presStyleCnt="0"/>
      <dgm:spPr/>
    </dgm:pt>
    <dgm:pt modelId="{2A82859C-A31C-4429-BF22-49CF3BEC2BCA}" type="pres">
      <dgm:prSet presAssocID="{2D3D9D18-DB03-4282-A48A-D025F9AD6539}" presName="compNode" presStyleCnt="0"/>
      <dgm:spPr/>
    </dgm:pt>
    <dgm:pt modelId="{50681C8D-1A21-4A67-85C3-4D9962E1E830}" type="pres">
      <dgm:prSet presAssocID="{2D3D9D18-DB03-4282-A48A-D025F9AD6539}" presName="bgRect" presStyleLbl="bgShp" presStyleIdx="4" presStyleCnt="5"/>
      <dgm:spPr/>
    </dgm:pt>
    <dgm:pt modelId="{26FF61EA-9A31-447B-BEFF-6264E269E4E1}" type="pres">
      <dgm:prSet presAssocID="{2D3D9D18-DB03-4282-A48A-D025F9AD653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27F90DF9-3E2F-4164-965C-CF58B5D97D69}" type="pres">
      <dgm:prSet presAssocID="{2D3D9D18-DB03-4282-A48A-D025F9AD6539}" presName="spaceRect" presStyleCnt="0"/>
      <dgm:spPr/>
    </dgm:pt>
    <dgm:pt modelId="{2BC004AF-9CE4-414F-BF7A-E9A9418C57EB}" type="pres">
      <dgm:prSet presAssocID="{2D3D9D18-DB03-4282-A48A-D025F9AD653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5C7AD29-F351-4900-B2F2-DA663EF48FDD}" srcId="{1C37C99C-2149-4ABE-9DDD-2B28275C89BF}" destId="{2D3D9D18-DB03-4282-A48A-D025F9AD6539}" srcOrd="4" destOrd="0" parTransId="{63F2E998-F641-42D7-8BBE-35763C5F352A}" sibTransId="{56547E81-33CC-4533-968D-05CA0AE9FDC7}"/>
    <dgm:cxn modelId="{6EBC1835-D3AF-4D3F-B3BC-15F83F888EA4}" type="presOf" srcId="{2D3D9D18-DB03-4282-A48A-D025F9AD6539}" destId="{2BC004AF-9CE4-414F-BF7A-E9A9418C57EB}" srcOrd="0" destOrd="0" presId="urn:microsoft.com/office/officeart/2018/2/layout/IconVerticalSolidList"/>
    <dgm:cxn modelId="{8114CB6C-33FD-4D52-BE7F-38227D26859C}" type="presOf" srcId="{4E930BE6-4082-47D7-8E68-E84323D870FD}" destId="{2526C629-F869-4632-ACF2-0662FBD1EC1E}" srcOrd="0" destOrd="0" presId="urn:microsoft.com/office/officeart/2018/2/layout/IconVerticalSolidList"/>
    <dgm:cxn modelId="{D480F64C-C301-432F-A25C-9A6C01A17666}" type="presOf" srcId="{1C37C99C-2149-4ABE-9DDD-2B28275C89BF}" destId="{A69EFB6D-16A7-4056-85C1-AF1C8D1BD34E}" srcOrd="0" destOrd="0" presId="urn:microsoft.com/office/officeart/2018/2/layout/IconVerticalSolidList"/>
    <dgm:cxn modelId="{15C5F172-14A4-4C2E-A266-6B0D31574C09}" srcId="{1C37C99C-2149-4ABE-9DDD-2B28275C89BF}" destId="{7B343167-D7C0-408E-A810-EF4593999025}" srcOrd="1" destOrd="0" parTransId="{8F9B73CA-F4FA-4D00-A648-C503810DAD2F}" sibTransId="{CFC6F554-F963-4FB3-9E87-DA918684C751}"/>
    <dgm:cxn modelId="{F5D34E95-EF17-49A8-AF87-A58D3AC8A05F}" type="presOf" srcId="{7B343167-D7C0-408E-A810-EF4593999025}" destId="{8FA34851-29F0-4B05-8571-5E3B37A47332}" srcOrd="0" destOrd="0" presId="urn:microsoft.com/office/officeart/2018/2/layout/IconVerticalSolidList"/>
    <dgm:cxn modelId="{BA5C51A6-FB9E-47C8-96D7-884DE53EB2A1}" srcId="{1C37C99C-2149-4ABE-9DDD-2B28275C89BF}" destId="{D4040A1B-CED5-486F-A3A9-8EB8AE67E3FD}" srcOrd="2" destOrd="0" parTransId="{9A0A8FF2-DD91-41F7-83CF-A9708387EB3A}" sibTransId="{C29A9C2C-2009-4F63-A1D0-5FD062CCCCAC}"/>
    <dgm:cxn modelId="{AAF021A8-CE66-4727-97B0-B075580A51AE}" type="presOf" srcId="{D4040A1B-CED5-486F-A3A9-8EB8AE67E3FD}" destId="{21D562AB-C397-4CDD-9C3F-DF00BC63A5A5}" srcOrd="0" destOrd="0" presId="urn:microsoft.com/office/officeart/2018/2/layout/IconVerticalSolidList"/>
    <dgm:cxn modelId="{77069EC8-6C83-4207-A425-B5ED32E49584}" type="presOf" srcId="{6DE9D2A7-9FED-4B9D-BF83-003A18DE761B}" destId="{030F3B8F-BBE0-4D3E-8652-6D8D4524D6D3}" srcOrd="0" destOrd="0" presId="urn:microsoft.com/office/officeart/2018/2/layout/IconVerticalSolidList"/>
    <dgm:cxn modelId="{8064C8DB-F088-4D45-A38B-DD0E53DF9F42}" srcId="{1C37C99C-2149-4ABE-9DDD-2B28275C89BF}" destId="{4E930BE6-4082-47D7-8E68-E84323D870FD}" srcOrd="0" destOrd="0" parTransId="{D2D2BB47-71F2-43B5-BF06-4823240647C7}" sibTransId="{D0952D6E-0A58-4F15-985A-F3DA87D58E72}"/>
    <dgm:cxn modelId="{ECD1D7E9-F6D5-4352-8EB8-530C61E92E9A}" srcId="{1C37C99C-2149-4ABE-9DDD-2B28275C89BF}" destId="{6DE9D2A7-9FED-4B9D-BF83-003A18DE761B}" srcOrd="3" destOrd="0" parTransId="{F6275CBD-D28F-4E5E-B40A-57794F54456A}" sibTransId="{C60801B3-8754-4CC4-9738-C31FE4731E5D}"/>
    <dgm:cxn modelId="{88B47560-4EDD-4A86-ACD2-099ADB311090}" type="presParOf" srcId="{A69EFB6D-16A7-4056-85C1-AF1C8D1BD34E}" destId="{5A46C344-6179-4A68-9478-81EDBC73E905}" srcOrd="0" destOrd="0" presId="urn:microsoft.com/office/officeart/2018/2/layout/IconVerticalSolidList"/>
    <dgm:cxn modelId="{78EBA352-BE19-4E38-B87E-B70CF3C85F1F}" type="presParOf" srcId="{5A46C344-6179-4A68-9478-81EDBC73E905}" destId="{1113B807-56AD-4362-8447-9F469A2916C7}" srcOrd="0" destOrd="0" presId="urn:microsoft.com/office/officeart/2018/2/layout/IconVerticalSolidList"/>
    <dgm:cxn modelId="{BFD84724-CC9D-4379-AC93-326FEF4A4BB3}" type="presParOf" srcId="{5A46C344-6179-4A68-9478-81EDBC73E905}" destId="{3C7B7891-D6E7-449C-9F5D-F3311E2E1230}" srcOrd="1" destOrd="0" presId="urn:microsoft.com/office/officeart/2018/2/layout/IconVerticalSolidList"/>
    <dgm:cxn modelId="{080332FD-FECF-4849-8F37-2B43CB57AC93}" type="presParOf" srcId="{5A46C344-6179-4A68-9478-81EDBC73E905}" destId="{218BA819-6311-439C-8BD1-31B77DD36D6C}" srcOrd="2" destOrd="0" presId="urn:microsoft.com/office/officeart/2018/2/layout/IconVerticalSolidList"/>
    <dgm:cxn modelId="{9BB77660-971B-49A7-944A-80D28FC0D50D}" type="presParOf" srcId="{5A46C344-6179-4A68-9478-81EDBC73E905}" destId="{2526C629-F869-4632-ACF2-0662FBD1EC1E}" srcOrd="3" destOrd="0" presId="urn:microsoft.com/office/officeart/2018/2/layout/IconVerticalSolidList"/>
    <dgm:cxn modelId="{954CDEE0-A64A-4EFD-A74B-86E7DA2B455A}" type="presParOf" srcId="{A69EFB6D-16A7-4056-85C1-AF1C8D1BD34E}" destId="{88901368-AA50-408A-8199-A77934E1E03D}" srcOrd="1" destOrd="0" presId="urn:microsoft.com/office/officeart/2018/2/layout/IconVerticalSolidList"/>
    <dgm:cxn modelId="{0A3E376D-297C-4850-9750-C84B0D8F131D}" type="presParOf" srcId="{A69EFB6D-16A7-4056-85C1-AF1C8D1BD34E}" destId="{01C5CD11-7C0D-4770-88A2-671AB9BA2A04}" srcOrd="2" destOrd="0" presId="urn:microsoft.com/office/officeart/2018/2/layout/IconVerticalSolidList"/>
    <dgm:cxn modelId="{6893F39B-4FCD-469F-8F5B-1398ECE13E97}" type="presParOf" srcId="{01C5CD11-7C0D-4770-88A2-671AB9BA2A04}" destId="{9C9DB40F-4AE6-4ABA-BA2B-9B21C80E0F55}" srcOrd="0" destOrd="0" presId="urn:microsoft.com/office/officeart/2018/2/layout/IconVerticalSolidList"/>
    <dgm:cxn modelId="{E586A96A-C298-49E5-AB86-92C0F0678EA6}" type="presParOf" srcId="{01C5CD11-7C0D-4770-88A2-671AB9BA2A04}" destId="{E11BC610-416C-4313-80C4-02D21C320C8E}" srcOrd="1" destOrd="0" presId="urn:microsoft.com/office/officeart/2018/2/layout/IconVerticalSolidList"/>
    <dgm:cxn modelId="{93E11EF5-11EC-406A-BEC2-69CE138F4107}" type="presParOf" srcId="{01C5CD11-7C0D-4770-88A2-671AB9BA2A04}" destId="{31121A94-4081-4B50-BB08-BEA16F496D01}" srcOrd="2" destOrd="0" presId="urn:microsoft.com/office/officeart/2018/2/layout/IconVerticalSolidList"/>
    <dgm:cxn modelId="{3F64A684-6210-49F2-A85D-21058229EAD7}" type="presParOf" srcId="{01C5CD11-7C0D-4770-88A2-671AB9BA2A04}" destId="{8FA34851-29F0-4B05-8571-5E3B37A47332}" srcOrd="3" destOrd="0" presId="urn:microsoft.com/office/officeart/2018/2/layout/IconVerticalSolidList"/>
    <dgm:cxn modelId="{BDF887DC-D7B1-4FAE-8B1A-B346E39B479C}" type="presParOf" srcId="{A69EFB6D-16A7-4056-85C1-AF1C8D1BD34E}" destId="{7DCF1F29-480D-4188-B87B-689CE2B8CBCF}" srcOrd="3" destOrd="0" presId="urn:microsoft.com/office/officeart/2018/2/layout/IconVerticalSolidList"/>
    <dgm:cxn modelId="{259CAA9B-BAA1-4808-B148-8B8F62C08A0E}" type="presParOf" srcId="{A69EFB6D-16A7-4056-85C1-AF1C8D1BD34E}" destId="{5D4473FF-B97A-4D78-8CC3-FFDFDD9EA149}" srcOrd="4" destOrd="0" presId="urn:microsoft.com/office/officeart/2018/2/layout/IconVerticalSolidList"/>
    <dgm:cxn modelId="{3C7F1BEE-608E-4AC5-A488-B22050AFD5E2}" type="presParOf" srcId="{5D4473FF-B97A-4D78-8CC3-FFDFDD9EA149}" destId="{DF5960D4-34B4-4852-87F7-D4BDC1CBAF16}" srcOrd="0" destOrd="0" presId="urn:microsoft.com/office/officeart/2018/2/layout/IconVerticalSolidList"/>
    <dgm:cxn modelId="{68105EB3-DE32-43F2-A5D3-5CC0B60233CD}" type="presParOf" srcId="{5D4473FF-B97A-4D78-8CC3-FFDFDD9EA149}" destId="{0847B149-F10F-414D-AF59-09A712F650A4}" srcOrd="1" destOrd="0" presId="urn:microsoft.com/office/officeart/2018/2/layout/IconVerticalSolidList"/>
    <dgm:cxn modelId="{3605938C-74B1-4845-AE0D-3BBE260887FB}" type="presParOf" srcId="{5D4473FF-B97A-4D78-8CC3-FFDFDD9EA149}" destId="{85CBFF66-9019-4A11-86B2-91C9D4C4A78C}" srcOrd="2" destOrd="0" presId="urn:microsoft.com/office/officeart/2018/2/layout/IconVerticalSolidList"/>
    <dgm:cxn modelId="{ECAF9D45-BEF8-475B-B39B-91EEDC504EDB}" type="presParOf" srcId="{5D4473FF-B97A-4D78-8CC3-FFDFDD9EA149}" destId="{21D562AB-C397-4CDD-9C3F-DF00BC63A5A5}" srcOrd="3" destOrd="0" presId="urn:microsoft.com/office/officeart/2018/2/layout/IconVerticalSolidList"/>
    <dgm:cxn modelId="{5269C012-C66D-4528-ADB0-26E28926C03F}" type="presParOf" srcId="{A69EFB6D-16A7-4056-85C1-AF1C8D1BD34E}" destId="{24BFE189-B27D-468C-80D8-2E26C95F0294}" srcOrd="5" destOrd="0" presId="urn:microsoft.com/office/officeart/2018/2/layout/IconVerticalSolidList"/>
    <dgm:cxn modelId="{3158E6CB-C452-4D9D-B25D-F293C5C72738}" type="presParOf" srcId="{A69EFB6D-16A7-4056-85C1-AF1C8D1BD34E}" destId="{6C192B01-A6B9-474F-8D7C-7DBECCE53929}" srcOrd="6" destOrd="0" presId="urn:microsoft.com/office/officeart/2018/2/layout/IconVerticalSolidList"/>
    <dgm:cxn modelId="{87670EF8-373F-4EE9-8A04-69084344E613}" type="presParOf" srcId="{6C192B01-A6B9-474F-8D7C-7DBECCE53929}" destId="{2041A190-F7A7-4FFC-9AB0-1564FCDE949E}" srcOrd="0" destOrd="0" presId="urn:microsoft.com/office/officeart/2018/2/layout/IconVerticalSolidList"/>
    <dgm:cxn modelId="{275224A9-30AE-4E82-9CA5-9DF04D8643D5}" type="presParOf" srcId="{6C192B01-A6B9-474F-8D7C-7DBECCE53929}" destId="{BF6DEE14-0717-4113-91B0-1B001E240F78}" srcOrd="1" destOrd="0" presId="urn:microsoft.com/office/officeart/2018/2/layout/IconVerticalSolidList"/>
    <dgm:cxn modelId="{03C8AC39-64A5-4167-AD00-D334C0561FCA}" type="presParOf" srcId="{6C192B01-A6B9-474F-8D7C-7DBECCE53929}" destId="{CD959321-EA75-41C8-9553-BDE23898F2CB}" srcOrd="2" destOrd="0" presId="urn:microsoft.com/office/officeart/2018/2/layout/IconVerticalSolidList"/>
    <dgm:cxn modelId="{63FD1DB7-0B73-4879-85C3-CDE4DED5F5E7}" type="presParOf" srcId="{6C192B01-A6B9-474F-8D7C-7DBECCE53929}" destId="{030F3B8F-BBE0-4D3E-8652-6D8D4524D6D3}" srcOrd="3" destOrd="0" presId="urn:microsoft.com/office/officeart/2018/2/layout/IconVerticalSolidList"/>
    <dgm:cxn modelId="{DB638AA3-98B2-4C2C-A306-965F55E53669}" type="presParOf" srcId="{A69EFB6D-16A7-4056-85C1-AF1C8D1BD34E}" destId="{166B65AA-54BB-42FA-A49D-7AF70504B5B2}" srcOrd="7" destOrd="0" presId="urn:microsoft.com/office/officeart/2018/2/layout/IconVerticalSolidList"/>
    <dgm:cxn modelId="{5352F77F-6A01-4016-B13A-BAAC002FD76B}" type="presParOf" srcId="{A69EFB6D-16A7-4056-85C1-AF1C8D1BD34E}" destId="{2A82859C-A31C-4429-BF22-49CF3BEC2BCA}" srcOrd="8" destOrd="0" presId="urn:microsoft.com/office/officeart/2018/2/layout/IconVerticalSolidList"/>
    <dgm:cxn modelId="{BDA65174-4957-47F5-B0C7-CAB08CA4276E}" type="presParOf" srcId="{2A82859C-A31C-4429-BF22-49CF3BEC2BCA}" destId="{50681C8D-1A21-4A67-85C3-4D9962E1E830}" srcOrd="0" destOrd="0" presId="urn:microsoft.com/office/officeart/2018/2/layout/IconVerticalSolidList"/>
    <dgm:cxn modelId="{27B7915D-39C9-4936-A96E-6FDEDC9FCBCB}" type="presParOf" srcId="{2A82859C-A31C-4429-BF22-49CF3BEC2BCA}" destId="{26FF61EA-9A31-447B-BEFF-6264E269E4E1}" srcOrd="1" destOrd="0" presId="urn:microsoft.com/office/officeart/2018/2/layout/IconVerticalSolidList"/>
    <dgm:cxn modelId="{6EC8A653-3A35-4C96-871B-A13B2B122E8F}" type="presParOf" srcId="{2A82859C-A31C-4429-BF22-49CF3BEC2BCA}" destId="{27F90DF9-3E2F-4164-965C-CF58B5D97D69}" srcOrd="2" destOrd="0" presId="urn:microsoft.com/office/officeart/2018/2/layout/IconVerticalSolidList"/>
    <dgm:cxn modelId="{C2EB4B88-A306-43F1-8610-7A51AC3309A9}" type="presParOf" srcId="{2A82859C-A31C-4429-BF22-49CF3BEC2BCA}" destId="{2BC004AF-9CE4-414F-BF7A-E9A9418C57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45022E-1BE5-4899-8B32-74D385AA66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D035ED2-DACD-4A04-90F6-8606526D905F}">
      <dgm:prSet/>
      <dgm:spPr/>
      <dgm:t>
        <a:bodyPr/>
        <a:lstStyle/>
        <a:p>
          <a:r>
            <a:rPr lang="en-IN" b="1"/>
            <a:t>Insights: </a:t>
          </a:r>
          <a:r>
            <a:rPr lang="en-IN"/>
            <a:t>Best performing product category is technology -8,36,158 </a:t>
          </a:r>
          <a:endParaRPr lang="en-US"/>
        </a:p>
      </dgm:t>
    </dgm:pt>
    <dgm:pt modelId="{8A060CB6-57B8-406C-AE3B-2A92624B5E2B}" type="parTrans" cxnId="{7167646E-4749-4A92-97A6-6E4621E560C7}">
      <dgm:prSet/>
      <dgm:spPr/>
      <dgm:t>
        <a:bodyPr/>
        <a:lstStyle/>
        <a:p>
          <a:endParaRPr lang="en-US"/>
        </a:p>
      </dgm:t>
    </dgm:pt>
    <dgm:pt modelId="{C915B796-B408-40A1-9B94-4FCA98629F52}" type="sibTrans" cxnId="{7167646E-4749-4A92-97A6-6E4621E560C7}">
      <dgm:prSet/>
      <dgm:spPr/>
      <dgm:t>
        <a:bodyPr/>
        <a:lstStyle/>
        <a:p>
          <a:endParaRPr lang="en-US"/>
        </a:p>
      </dgm:t>
    </dgm:pt>
    <dgm:pt modelId="{006C18B5-C467-482D-9558-2B85814DF540}">
      <dgm:prSet/>
      <dgm:spPr/>
      <dgm:t>
        <a:bodyPr/>
        <a:lstStyle/>
        <a:p>
          <a:r>
            <a:rPr lang="en-IN"/>
            <a:t>Total sales – 22,97,200  , adjusted sales – 19,74,619</a:t>
          </a:r>
          <a:endParaRPr lang="en-US"/>
        </a:p>
      </dgm:t>
    </dgm:pt>
    <dgm:pt modelId="{FC44FD23-F56B-4B7A-991D-9C51C5DC80E6}" type="parTrans" cxnId="{7440E8AD-9FCA-4C6C-8130-F8EE96627C48}">
      <dgm:prSet/>
      <dgm:spPr/>
      <dgm:t>
        <a:bodyPr/>
        <a:lstStyle/>
        <a:p>
          <a:endParaRPr lang="en-US"/>
        </a:p>
      </dgm:t>
    </dgm:pt>
    <dgm:pt modelId="{85D71114-1F64-4A2F-B9B4-195C6C7D0F30}" type="sibTrans" cxnId="{7440E8AD-9FCA-4C6C-8130-F8EE96627C48}">
      <dgm:prSet/>
      <dgm:spPr/>
      <dgm:t>
        <a:bodyPr/>
        <a:lstStyle/>
        <a:p>
          <a:endParaRPr lang="en-US"/>
        </a:p>
      </dgm:t>
    </dgm:pt>
    <dgm:pt modelId="{722DB5B2-6EBB-485A-BF2A-3323FDAB97E7}">
      <dgm:prSet/>
      <dgm:spPr/>
      <dgm:t>
        <a:bodyPr/>
        <a:lstStyle/>
        <a:p>
          <a:r>
            <a:rPr lang="en-IN" b="1"/>
            <a:t>Recommendations: </a:t>
          </a:r>
          <a:endParaRPr lang="en-US"/>
        </a:p>
      </dgm:t>
    </dgm:pt>
    <dgm:pt modelId="{D6108152-3260-402F-BBF7-9EA9CD775905}" type="parTrans" cxnId="{E606D2C5-4290-4C34-8433-921C1B1BB5EB}">
      <dgm:prSet/>
      <dgm:spPr/>
      <dgm:t>
        <a:bodyPr/>
        <a:lstStyle/>
        <a:p>
          <a:endParaRPr lang="en-US"/>
        </a:p>
      </dgm:t>
    </dgm:pt>
    <dgm:pt modelId="{B6F08EB1-6DDB-44A5-AEE9-E873ED0AA479}" type="sibTrans" cxnId="{E606D2C5-4290-4C34-8433-921C1B1BB5EB}">
      <dgm:prSet/>
      <dgm:spPr/>
      <dgm:t>
        <a:bodyPr/>
        <a:lstStyle/>
        <a:p>
          <a:endParaRPr lang="en-US"/>
        </a:p>
      </dgm:t>
    </dgm:pt>
    <dgm:pt modelId="{749B0F15-36CC-4ACE-A2F1-E11FEF664945}">
      <dgm:prSet/>
      <dgm:spPr/>
      <dgm:t>
        <a:bodyPr/>
        <a:lstStyle/>
        <a:p>
          <a:r>
            <a:rPr lang="en-IN"/>
            <a:t>They can provide referral code and coupon code for referring customers</a:t>
          </a:r>
          <a:endParaRPr lang="en-US"/>
        </a:p>
      </dgm:t>
    </dgm:pt>
    <dgm:pt modelId="{BF76DA2E-6C7D-4078-8F99-7FD17025EBC7}" type="parTrans" cxnId="{D4676140-688F-45A8-9C9C-0AEAA097E43F}">
      <dgm:prSet/>
      <dgm:spPr/>
      <dgm:t>
        <a:bodyPr/>
        <a:lstStyle/>
        <a:p>
          <a:endParaRPr lang="en-US"/>
        </a:p>
      </dgm:t>
    </dgm:pt>
    <dgm:pt modelId="{5844BC75-EC91-4D1A-B6EC-90FD2D1DEB8B}" type="sibTrans" cxnId="{D4676140-688F-45A8-9C9C-0AEAA097E43F}">
      <dgm:prSet/>
      <dgm:spPr/>
      <dgm:t>
        <a:bodyPr/>
        <a:lstStyle/>
        <a:p>
          <a:endParaRPr lang="en-US"/>
        </a:p>
      </dgm:t>
    </dgm:pt>
    <dgm:pt modelId="{6FBA13DA-563D-452C-B797-1D55F4469625}">
      <dgm:prSet/>
      <dgm:spPr/>
      <dgm:t>
        <a:bodyPr/>
        <a:lstStyle/>
        <a:p>
          <a:r>
            <a:rPr lang="en-IN"/>
            <a:t>They can provide the discounts on bulk orders, festival time orders &amp; regular customer orders</a:t>
          </a:r>
          <a:endParaRPr lang="en-US"/>
        </a:p>
      </dgm:t>
    </dgm:pt>
    <dgm:pt modelId="{03EED4F5-471F-451B-A1A7-EC5881CF2CE2}" type="parTrans" cxnId="{BFA46D8B-9689-41CA-BE58-8D74C00FEA90}">
      <dgm:prSet/>
      <dgm:spPr/>
      <dgm:t>
        <a:bodyPr/>
        <a:lstStyle/>
        <a:p>
          <a:endParaRPr lang="en-US"/>
        </a:p>
      </dgm:t>
    </dgm:pt>
    <dgm:pt modelId="{83554CAD-F687-4B0B-B459-D26F0ABD4F36}" type="sibTrans" cxnId="{BFA46D8B-9689-41CA-BE58-8D74C00FEA90}">
      <dgm:prSet/>
      <dgm:spPr/>
      <dgm:t>
        <a:bodyPr/>
        <a:lstStyle/>
        <a:p>
          <a:endParaRPr lang="en-US"/>
        </a:p>
      </dgm:t>
    </dgm:pt>
    <dgm:pt modelId="{B9F1E06A-2D48-4354-BBFA-360248E268A3}">
      <dgm:prSet/>
      <dgm:spPr/>
      <dgm:t>
        <a:bodyPr/>
        <a:lstStyle/>
        <a:p>
          <a:r>
            <a:rPr lang="en-IN"/>
            <a:t>They can collect feedback from the customers to improve the quality of their shops and products in future </a:t>
          </a:r>
          <a:endParaRPr lang="en-US"/>
        </a:p>
      </dgm:t>
    </dgm:pt>
    <dgm:pt modelId="{F828495C-0B33-4EF4-9766-9B6E1511E2AF}" type="parTrans" cxnId="{F2BEABFE-AE71-449B-B4CB-3215E8BFC2D1}">
      <dgm:prSet/>
      <dgm:spPr/>
      <dgm:t>
        <a:bodyPr/>
        <a:lstStyle/>
        <a:p>
          <a:endParaRPr lang="en-US"/>
        </a:p>
      </dgm:t>
    </dgm:pt>
    <dgm:pt modelId="{CA22BBAB-F8EB-4409-8386-23685470D341}" type="sibTrans" cxnId="{F2BEABFE-AE71-449B-B4CB-3215E8BFC2D1}">
      <dgm:prSet/>
      <dgm:spPr/>
      <dgm:t>
        <a:bodyPr/>
        <a:lstStyle/>
        <a:p>
          <a:endParaRPr lang="en-US"/>
        </a:p>
      </dgm:t>
    </dgm:pt>
    <dgm:pt modelId="{2164BC95-5889-4336-B2F4-04F031B09682}" type="pres">
      <dgm:prSet presAssocID="{CB45022E-1BE5-4899-8B32-74D385AA6623}" presName="root" presStyleCnt="0">
        <dgm:presLayoutVars>
          <dgm:dir/>
          <dgm:resizeHandles val="exact"/>
        </dgm:presLayoutVars>
      </dgm:prSet>
      <dgm:spPr/>
    </dgm:pt>
    <dgm:pt modelId="{8EE9C9F5-5FB6-43DD-9DC3-462E4CAB4046}" type="pres">
      <dgm:prSet presAssocID="{ED035ED2-DACD-4A04-90F6-8606526D905F}" presName="compNode" presStyleCnt="0"/>
      <dgm:spPr/>
    </dgm:pt>
    <dgm:pt modelId="{6FC53B40-AE15-4969-B69A-00C86E6A0C85}" type="pres">
      <dgm:prSet presAssocID="{ED035ED2-DACD-4A04-90F6-8606526D905F}" presName="bgRect" presStyleLbl="bgShp" presStyleIdx="0" presStyleCnt="6"/>
      <dgm:spPr/>
    </dgm:pt>
    <dgm:pt modelId="{22B554BA-65BE-4AE9-AAF6-489A1972AD99}" type="pres">
      <dgm:prSet presAssocID="{ED035ED2-DACD-4A04-90F6-8606526D905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425A9A2-4DB5-4A3A-B436-488561F3DB6B}" type="pres">
      <dgm:prSet presAssocID="{ED035ED2-DACD-4A04-90F6-8606526D905F}" presName="spaceRect" presStyleCnt="0"/>
      <dgm:spPr/>
    </dgm:pt>
    <dgm:pt modelId="{72FB7EE9-5C31-47B2-A50B-C6EFF893B18E}" type="pres">
      <dgm:prSet presAssocID="{ED035ED2-DACD-4A04-90F6-8606526D905F}" presName="parTx" presStyleLbl="revTx" presStyleIdx="0" presStyleCnt="6">
        <dgm:presLayoutVars>
          <dgm:chMax val="0"/>
          <dgm:chPref val="0"/>
        </dgm:presLayoutVars>
      </dgm:prSet>
      <dgm:spPr/>
    </dgm:pt>
    <dgm:pt modelId="{62BAF04C-9F48-4121-A241-3A2F7C2C3CBA}" type="pres">
      <dgm:prSet presAssocID="{C915B796-B408-40A1-9B94-4FCA98629F52}" presName="sibTrans" presStyleCnt="0"/>
      <dgm:spPr/>
    </dgm:pt>
    <dgm:pt modelId="{6FDB8DFD-B99F-4B49-A365-33F67A6F6042}" type="pres">
      <dgm:prSet presAssocID="{006C18B5-C467-482D-9558-2B85814DF540}" presName="compNode" presStyleCnt="0"/>
      <dgm:spPr/>
    </dgm:pt>
    <dgm:pt modelId="{CB0503EE-CB9A-4C98-9D68-D2C8B95E9E89}" type="pres">
      <dgm:prSet presAssocID="{006C18B5-C467-482D-9558-2B85814DF540}" presName="bgRect" presStyleLbl="bgShp" presStyleIdx="1" presStyleCnt="6"/>
      <dgm:spPr/>
    </dgm:pt>
    <dgm:pt modelId="{44B14A84-634B-4E3F-B627-93CE133C85C2}" type="pres">
      <dgm:prSet presAssocID="{006C18B5-C467-482D-9558-2B85814DF540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ug"/>
        </a:ext>
      </dgm:extLst>
    </dgm:pt>
    <dgm:pt modelId="{CF4B310E-4787-4556-9196-48332A0E5196}" type="pres">
      <dgm:prSet presAssocID="{006C18B5-C467-482D-9558-2B85814DF540}" presName="spaceRect" presStyleCnt="0"/>
      <dgm:spPr/>
    </dgm:pt>
    <dgm:pt modelId="{5C318129-0445-421E-8A89-F944A4311102}" type="pres">
      <dgm:prSet presAssocID="{006C18B5-C467-482D-9558-2B85814DF540}" presName="parTx" presStyleLbl="revTx" presStyleIdx="1" presStyleCnt="6">
        <dgm:presLayoutVars>
          <dgm:chMax val="0"/>
          <dgm:chPref val="0"/>
        </dgm:presLayoutVars>
      </dgm:prSet>
      <dgm:spPr/>
    </dgm:pt>
    <dgm:pt modelId="{EC005BFC-F414-4062-A8CD-A2318C6544BE}" type="pres">
      <dgm:prSet presAssocID="{85D71114-1F64-4A2F-B9B4-195C6C7D0F30}" presName="sibTrans" presStyleCnt="0"/>
      <dgm:spPr/>
    </dgm:pt>
    <dgm:pt modelId="{8C1DBE90-3EEF-4CE0-BA76-9F7EB9C578DE}" type="pres">
      <dgm:prSet presAssocID="{722DB5B2-6EBB-485A-BF2A-3323FDAB97E7}" presName="compNode" presStyleCnt="0"/>
      <dgm:spPr/>
    </dgm:pt>
    <dgm:pt modelId="{6DF9C090-EF7B-434E-8FDC-8F67A927C550}" type="pres">
      <dgm:prSet presAssocID="{722DB5B2-6EBB-485A-BF2A-3323FDAB97E7}" presName="bgRect" presStyleLbl="bgShp" presStyleIdx="2" presStyleCnt="6"/>
      <dgm:spPr/>
    </dgm:pt>
    <dgm:pt modelId="{F46A70B7-7D5C-4F61-927A-EB897DC0E6F3}" type="pres">
      <dgm:prSet presAssocID="{722DB5B2-6EBB-485A-BF2A-3323FDAB97E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4111F14-9302-4978-A717-924313F19B7D}" type="pres">
      <dgm:prSet presAssocID="{722DB5B2-6EBB-485A-BF2A-3323FDAB97E7}" presName="spaceRect" presStyleCnt="0"/>
      <dgm:spPr/>
    </dgm:pt>
    <dgm:pt modelId="{61AAE18B-32E2-4D51-984D-DEC54114359F}" type="pres">
      <dgm:prSet presAssocID="{722DB5B2-6EBB-485A-BF2A-3323FDAB97E7}" presName="parTx" presStyleLbl="revTx" presStyleIdx="2" presStyleCnt="6">
        <dgm:presLayoutVars>
          <dgm:chMax val="0"/>
          <dgm:chPref val="0"/>
        </dgm:presLayoutVars>
      </dgm:prSet>
      <dgm:spPr/>
    </dgm:pt>
    <dgm:pt modelId="{D9C90889-BC98-49B9-95FE-A1ED4D9B269B}" type="pres">
      <dgm:prSet presAssocID="{B6F08EB1-6DDB-44A5-AEE9-E873ED0AA479}" presName="sibTrans" presStyleCnt="0"/>
      <dgm:spPr/>
    </dgm:pt>
    <dgm:pt modelId="{B72DD981-C903-4094-A45F-0BA962BB59CA}" type="pres">
      <dgm:prSet presAssocID="{749B0F15-36CC-4ACE-A2F1-E11FEF664945}" presName="compNode" presStyleCnt="0"/>
      <dgm:spPr/>
    </dgm:pt>
    <dgm:pt modelId="{0573EF6D-5644-4317-A2A2-484629A2C993}" type="pres">
      <dgm:prSet presAssocID="{749B0F15-36CC-4ACE-A2F1-E11FEF664945}" presName="bgRect" presStyleLbl="bgShp" presStyleIdx="3" presStyleCnt="6"/>
      <dgm:spPr/>
    </dgm:pt>
    <dgm:pt modelId="{5A651419-F485-48C4-8D3E-DFCC0BD0A8BB}" type="pres">
      <dgm:prSet presAssocID="{749B0F15-36CC-4ACE-A2F1-E11FEF66494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EAA5FE9-1ECF-4379-80E6-9A6252720607}" type="pres">
      <dgm:prSet presAssocID="{749B0F15-36CC-4ACE-A2F1-E11FEF664945}" presName="spaceRect" presStyleCnt="0"/>
      <dgm:spPr/>
    </dgm:pt>
    <dgm:pt modelId="{81B677FF-8F27-4AEB-934A-6FD61B2BA84B}" type="pres">
      <dgm:prSet presAssocID="{749B0F15-36CC-4ACE-A2F1-E11FEF664945}" presName="parTx" presStyleLbl="revTx" presStyleIdx="3" presStyleCnt="6">
        <dgm:presLayoutVars>
          <dgm:chMax val="0"/>
          <dgm:chPref val="0"/>
        </dgm:presLayoutVars>
      </dgm:prSet>
      <dgm:spPr/>
    </dgm:pt>
    <dgm:pt modelId="{A45D94E5-1EBA-48F5-B147-8A6D28CDCF6B}" type="pres">
      <dgm:prSet presAssocID="{5844BC75-EC91-4D1A-B6EC-90FD2D1DEB8B}" presName="sibTrans" presStyleCnt="0"/>
      <dgm:spPr/>
    </dgm:pt>
    <dgm:pt modelId="{BCC69EDA-CE98-4307-8A27-32EE7489FD97}" type="pres">
      <dgm:prSet presAssocID="{6FBA13DA-563D-452C-B797-1D55F4469625}" presName="compNode" presStyleCnt="0"/>
      <dgm:spPr/>
    </dgm:pt>
    <dgm:pt modelId="{9808505F-18D9-4217-B34E-C6BFE2063A05}" type="pres">
      <dgm:prSet presAssocID="{6FBA13DA-563D-452C-B797-1D55F4469625}" presName="bgRect" presStyleLbl="bgShp" presStyleIdx="4" presStyleCnt="6"/>
      <dgm:spPr/>
    </dgm:pt>
    <dgm:pt modelId="{47689EEB-3080-4D23-9286-6B640E09709C}" type="pres">
      <dgm:prSet presAssocID="{6FBA13DA-563D-452C-B797-1D55F446962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18DAE340-4BC2-4CF3-BCC7-C5033D3DF156}" type="pres">
      <dgm:prSet presAssocID="{6FBA13DA-563D-452C-B797-1D55F4469625}" presName="spaceRect" presStyleCnt="0"/>
      <dgm:spPr/>
    </dgm:pt>
    <dgm:pt modelId="{EEBE9BAA-9731-46FA-82E0-BBDC22A30626}" type="pres">
      <dgm:prSet presAssocID="{6FBA13DA-563D-452C-B797-1D55F4469625}" presName="parTx" presStyleLbl="revTx" presStyleIdx="4" presStyleCnt="6">
        <dgm:presLayoutVars>
          <dgm:chMax val="0"/>
          <dgm:chPref val="0"/>
        </dgm:presLayoutVars>
      </dgm:prSet>
      <dgm:spPr/>
    </dgm:pt>
    <dgm:pt modelId="{71F7A7BB-1325-493B-BB68-F55158F8F1E2}" type="pres">
      <dgm:prSet presAssocID="{83554CAD-F687-4B0B-B459-D26F0ABD4F36}" presName="sibTrans" presStyleCnt="0"/>
      <dgm:spPr/>
    </dgm:pt>
    <dgm:pt modelId="{01BD498F-B1E1-43AF-8FD3-AD21543D20F3}" type="pres">
      <dgm:prSet presAssocID="{B9F1E06A-2D48-4354-BBFA-360248E268A3}" presName="compNode" presStyleCnt="0"/>
      <dgm:spPr/>
    </dgm:pt>
    <dgm:pt modelId="{964B5054-9621-4EF3-AF57-626AE8089BBD}" type="pres">
      <dgm:prSet presAssocID="{B9F1E06A-2D48-4354-BBFA-360248E268A3}" presName="bgRect" presStyleLbl="bgShp" presStyleIdx="5" presStyleCnt="6"/>
      <dgm:spPr/>
    </dgm:pt>
    <dgm:pt modelId="{40623103-A652-4144-A317-E7714B9C2802}" type="pres">
      <dgm:prSet presAssocID="{B9F1E06A-2D48-4354-BBFA-360248E268A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584E76A-42C3-4141-8DD9-1EE9226E1FFD}" type="pres">
      <dgm:prSet presAssocID="{B9F1E06A-2D48-4354-BBFA-360248E268A3}" presName="spaceRect" presStyleCnt="0"/>
      <dgm:spPr/>
    </dgm:pt>
    <dgm:pt modelId="{3ADF0B65-38E9-4223-8133-13C6E3BBB6AF}" type="pres">
      <dgm:prSet presAssocID="{B9F1E06A-2D48-4354-BBFA-360248E268A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2ECAD01-DCD2-4D27-90EC-316D17508DBB}" type="presOf" srcId="{6FBA13DA-563D-452C-B797-1D55F4469625}" destId="{EEBE9BAA-9731-46FA-82E0-BBDC22A30626}" srcOrd="0" destOrd="0" presId="urn:microsoft.com/office/officeart/2018/2/layout/IconVerticalSolidList"/>
    <dgm:cxn modelId="{EAF56822-1C21-43F8-8305-66A4B755AB2A}" type="presOf" srcId="{749B0F15-36CC-4ACE-A2F1-E11FEF664945}" destId="{81B677FF-8F27-4AEB-934A-6FD61B2BA84B}" srcOrd="0" destOrd="0" presId="urn:microsoft.com/office/officeart/2018/2/layout/IconVerticalSolidList"/>
    <dgm:cxn modelId="{4FE05929-21CE-43FA-9EE0-1E0E045E2B99}" type="presOf" srcId="{ED035ED2-DACD-4A04-90F6-8606526D905F}" destId="{72FB7EE9-5C31-47B2-A50B-C6EFF893B18E}" srcOrd="0" destOrd="0" presId="urn:microsoft.com/office/officeart/2018/2/layout/IconVerticalSolidList"/>
    <dgm:cxn modelId="{D4676140-688F-45A8-9C9C-0AEAA097E43F}" srcId="{CB45022E-1BE5-4899-8B32-74D385AA6623}" destId="{749B0F15-36CC-4ACE-A2F1-E11FEF664945}" srcOrd="3" destOrd="0" parTransId="{BF76DA2E-6C7D-4078-8F99-7FD17025EBC7}" sibTransId="{5844BC75-EC91-4D1A-B6EC-90FD2D1DEB8B}"/>
    <dgm:cxn modelId="{7167646E-4749-4A92-97A6-6E4621E560C7}" srcId="{CB45022E-1BE5-4899-8B32-74D385AA6623}" destId="{ED035ED2-DACD-4A04-90F6-8606526D905F}" srcOrd="0" destOrd="0" parTransId="{8A060CB6-57B8-406C-AE3B-2A92624B5E2B}" sibTransId="{C915B796-B408-40A1-9B94-4FCA98629F52}"/>
    <dgm:cxn modelId="{7E31D07B-6AB2-48F1-969F-E1E06E9A6B4B}" type="presOf" srcId="{006C18B5-C467-482D-9558-2B85814DF540}" destId="{5C318129-0445-421E-8A89-F944A4311102}" srcOrd="0" destOrd="0" presId="urn:microsoft.com/office/officeart/2018/2/layout/IconVerticalSolidList"/>
    <dgm:cxn modelId="{BFA46D8B-9689-41CA-BE58-8D74C00FEA90}" srcId="{CB45022E-1BE5-4899-8B32-74D385AA6623}" destId="{6FBA13DA-563D-452C-B797-1D55F4469625}" srcOrd="4" destOrd="0" parTransId="{03EED4F5-471F-451B-A1A7-EC5881CF2CE2}" sibTransId="{83554CAD-F687-4B0B-B459-D26F0ABD4F36}"/>
    <dgm:cxn modelId="{7B0BC8A8-2FBF-4BBF-9E8D-76647456DA36}" type="presOf" srcId="{B9F1E06A-2D48-4354-BBFA-360248E268A3}" destId="{3ADF0B65-38E9-4223-8133-13C6E3BBB6AF}" srcOrd="0" destOrd="0" presId="urn:microsoft.com/office/officeart/2018/2/layout/IconVerticalSolidList"/>
    <dgm:cxn modelId="{7440E8AD-9FCA-4C6C-8130-F8EE96627C48}" srcId="{CB45022E-1BE5-4899-8B32-74D385AA6623}" destId="{006C18B5-C467-482D-9558-2B85814DF540}" srcOrd="1" destOrd="0" parTransId="{FC44FD23-F56B-4B7A-991D-9C51C5DC80E6}" sibTransId="{85D71114-1F64-4A2F-B9B4-195C6C7D0F30}"/>
    <dgm:cxn modelId="{E606D2C5-4290-4C34-8433-921C1B1BB5EB}" srcId="{CB45022E-1BE5-4899-8B32-74D385AA6623}" destId="{722DB5B2-6EBB-485A-BF2A-3323FDAB97E7}" srcOrd="2" destOrd="0" parTransId="{D6108152-3260-402F-BBF7-9EA9CD775905}" sibTransId="{B6F08EB1-6DDB-44A5-AEE9-E873ED0AA479}"/>
    <dgm:cxn modelId="{63D2C3C6-E125-45BC-A9BA-61F8AEA90F09}" type="presOf" srcId="{722DB5B2-6EBB-485A-BF2A-3323FDAB97E7}" destId="{61AAE18B-32E2-4D51-984D-DEC54114359F}" srcOrd="0" destOrd="0" presId="urn:microsoft.com/office/officeart/2018/2/layout/IconVerticalSolidList"/>
    <dgm:cxn modelId="{F74C99C7-28BE-42B2-B73D-08A041EF05DE}" type="presOf" srcId="{CB45022E-1BE5-4899-8B32-74D385AA6623}" destId="{2164BC95-5889-4336-B2F4-04F031B09682}" srcOrd="0" destOrd="0" presId="urn:microsoft.com/office/officeart/2018/2/layout/IconVerticalSolidList"/>
    <dgm:cxn modelId="{F2BEABFE-AE71-449B-B4CB-3215E8BFC2D1}" srcId="{CB45022E-1BE5-4899-8B32-74D385AA6623}" destId="{B9F1E06A-2D48-4354-BBFA-360248E268A3}" srcOrd="5" destOrd="0" parTransId="{F828495C-0B33-4EF4-9766-9B6E1511E2AF}" sibTransId="{CA22BBAB-F8EB-4409-8386-23685470D341}"/>
    <dgm:cxn modelId="{74F560C2-DF0A-4BA4-BDA7-15C356A355D4}" type="presParOf" srcId="{2164BC95-5889-4336-B2F4-04F031B09682}" destId="{8EE9C9F5-5FB6-43DD-9DC3-462E4CAB4046}" srcOrd="0" destOrd="0" presId="urn:microsoft.com/office/officeart/2018/2/layout/IconVerticalSolidList"/>
    <dgm:cxn modelId="{7E915920-0B7A-4C42-AF39-5333693EEFEE}" type="presParOf" srcId="{8EE9C9F5-5FB6-43DD-9DC3-462E4CAB4046}" destId="{6FC53B40-AE15-4969-B69A-00C86E6A0C85}" srcOrd="0" destOrd="0" presId="urn:microsoft.com/office/officeart/2018/2/layout/IconVerticalSolidList"/>
    <dgm:cxn modelId="{799B3138-84D2-43A2-8CD6-4B868A765A0A}" type="presParOf" srcId="{8EE9C9F5-5FB6-43DD-9DC3-462E4CAB4046}" destId="{22B554BA-65BE-4AE9-AAF6-489A1972AD99}" srcOrd="1" destOrd="0" presId="urn:microsoft.com/office/officeart/2018/2/layout/IconVerticalSolidList"/>
    <dgm:cxn modelId="{6AEA6ECC-776C-4183-B1ED-2B9132EC76A8}" type="presParOf" srcId="{8EE9C9F5-5FB6-43DD-9DC3-462E4CAB4046}" destId="{F425A9A2-4DB5-4A3A-B436-488561F3DB6B}" srcOrd="2" destOrd="0" presId="urn:microsoft.com/office/officeart/2018/2/layout/IconVerticalSolidList"/>
    <dgm:cxn modelId="{474C4578-D07A-4026-966D-BDEBE9F70899}" type="presParOf" srcId="{8EE9C9F5-5FB6-43DD-9DC3-462E4CAB4046}" destId="{72FB7EE9-5C31-47B2-A50B-C6EFF893B18E}" srcOrd="3" destOrd="0" presId="urn:microsoft.com/office/officeart/2018/2/layout/IconVerticalSolidList"/>
    <dgm:cxn modelId="{2AFE1151-A364-446E-BE88-5A573C92BA54}" type="presParOf" srcId="{2164BC95-5889-4336-B2F4-04F031B09682}" destId="{62BAF04C-9F48-4121-A241-3A2F7C2C3CBA}" srcOrd="1" destOrd="0" presId="urn:microsoft.com/office/officeart/2018/2/layout/IconVerticalSolidList"/>
    <dgm:cxn modelId="{066696A9-468F-44E3-BF1F-4942205BDFB1}" type="presParOf" srcId="{2164BC95-5889-4336-B2F4-04F031B09682}" destId="{6FDB8DFD-B99F-4B49-A365-33F67A6F6042}" srcOrd="2" destOrd="0" presId="urn:microsoft.com/office/officeart/2018/2/layout/IconVerticalSolidList"/>
    <dgm:cxn modelId="{14688E8F-0E64-48B3-B61E-B17160D056C1}" type="presParOf" srcId="{6FDB8DFD-B99F-4B49-A365-33F67A6F6042}" destId="{CB0503EE-CB9A-4C98-9D68-D2C8B95E9E89}" srcOrd="0" destOrd="0" presId="urn:microsoft.com/office/officeart/2018/2/layout/IconVerticalSolidList"/>
    <dgm:cxn modelId="{92591590-6F35-4A3A-969E-1D8124D2B3F2}" type="presParOf" srcId="{6FDB8DFD-B99F-4B49-A365-33F67A6F6042}" destId="{44B14A84-634B-4E3F-B627-93CE133C85C2}" srcOrd="1" destOrd="0" presId="urn:microsoft.com/office/officeart/2018/2/layout/IconVerticalSolidList"/>
    <dgm:cxn modelId="{04E3EE2B-D10E-443B-9609-473861F40BC2}" type="presParOf" srcId="{6FDB8DFD-B99F-4B49-A365-33F67A6F6042}" destId="{CF4B310E-4787-4556-9196-48332A0E5196}" srcOrd="2" destOrd="0" presId="urn:microsoft.com/office/officeart/2018/2/layout/IconVerticalSolidList"/>
    <dgm:cxn modelId="{BA550C0F-38FC-4A9C-98A5-DEFD2676C3BB}" type="presParOf" srcId="{6FDB8DFD-B99F-4B49-A365-33F67A6F6042}" destId="{5C318129-0445-421E-8A89-F944A4311102}" srcOrd="3" destOrd="0" presId="urn:microsoft.com/office/officeart/2018/2/layout/IconVerticalSolidList"/>
    <dgm:cxn modelId="{7D3F99E7-BD04-45F1-B774-AEE2E21ABF33}" type="presParOf" srcId="{2164BC95-5889-4336-B2F4-04F031B09682}" destId="{EC005BFC-F414-4062-A8CD-A2318C6544BE}" srcOrd="3" destOrd="0" presId="urn:microsoft.com/office/officeart/2018/2/layout/IconVerticalSolidList"/>
    <dgm:cxn modelId="{AA5A2673-6475-4B47-A133-CCAF987F4072}" type="presParOf" srcId="{2164BC95-5889-4336-B2F4-04F031B09682}" destId="{8C1DBE90-3EEF-4CE0-BA76-9F7EB9C578DE}" srcOrd="4" destOrd="0" presId="urn:microsoft.com/office/officeart/2018/2/layout/IconVerticalSolidList"/>
    <dgm:cxn modelId="{03F92C40-578E-437B-B864-F4DE905E2A99}" type="presParOf" srcId="{8C1DBE90-3EEF-4CE0-BA76-9F7EB9C578DE}" destId="{6DF9C090-EF7B-434E-8FDC-8F67A927C550}" srcOrd="0" destOrd="0" presId="urn:microsoft.com/office/officeart/2018/2/layout/IconVerticalSolidList"/>
    <dgm:cxn modelId="{15D6B353-4063-4827-803E-046C385AFBF6}" type="presParOf" srcId="{8C1DBE90-3EEF-4CE0-BA76-9F7EB9C578DE}" destId="{F46A70B7-7D5C-4F61-927A-EB897DC0E6F3}" srcOrd="1" destOrd="0" presId="urn:microsoft.com/office/officeart/2018/2/layout/IconVerticalSolidList"/>
    <dgm:cxn modelId="{0B8D8A3B-76E0-498B-9312-600E38C2F0B9}" type="presParOf" srcId="{8C1DBE90-3EEF-4CE0-BA76-9F7EB9C578DE}" destId="{64111F14-9302-4978-A717-924313F19B7D}" srcOrd="2" destOrd="0" presId="urn:microsoft.com/office/officeart/2018/2/layout/IconVerticalSolidList"/>
    <dgm:cxn modelId="{CC5C8543-D06E-4A4F-B0D8-A3445BF310E3}" type="presParOf" srcId="{8C1DBE90-3EEF-4CE0-BA76-9F7EB9C578DE}" destId="{61AAE18B-32E2-4D51-984D-DEC54114359F}" srcOrd="3" destOrd="0" presId="urn:microsoft.com/office/officeart/2018/2/layout/IconVerticalSolidList"/>
    <dgm:cxn modelId="{3035B5B1-13E3-4FC7-B7F6-91B147739E54}" type="presParOf" srcId="{2164BC95-5889-4336-B2F4-04F031B09682}" destId="{D9C90889-BC98-49B9-95FE-A1ED4D9B269B}" srcOrd="5" destOrd="0" presId="urn:microsoft.com/office/officeart/2018/2/layout/IconVerticalSolidList"/>
    <dgm:cxn modelId="{7695B4B3-96F3-4DE9-B0A9-1C1567D0953B}" type="presParOf" srcId="{2164BC95-5889-4336-B2F4-04F031B09682}" destId="{B72DD981-C903-4094-A45F-0BA962BB59CA}" srcOrd="6" destOrd="0" presId="urn:microsoft.com/office/officeart/2018/2/layout/IconVerticalSolidList"/>
    <dgm:cxn modelId="{3E5FEDCC-937C-4BBC-A235-317AACB26320}" type="presParOf" srcId="{B72DD981-C903-4094-A45F-0BA962BB59CA}" destId="{0573EF6D-5644-4317-A2A2-484629A2C993}" srcOrd="0" destOrd="0" presId="urn:microsoft.com/office/officeart/2018/2/layout/IconVerticalSolidList"/>
    <dgm:cxn modelId="{43E292B5-5A6D-4638-8F82-DB2EB20A794D}" type="presParOf" srcId="{B72DD981-C903-4094-A45F-0BA962BB59CA}" destId="{5A651419-F485-48C4-8D3E-DFCC0BD0A8BB}" srcOrd="1" destOrd="0" presId="urn:microsoft.com/office/officeart/2018/2/layout/IconVerticalSolidList"/>
    <dgm:cxn modelId="{24CC2054-2EEE-4852-9860-43138BC52E65}" type="presParOf" srcId="{B72DD981-C903-4094-A45F-0BA962BB59CA}" destId="{3EAA5FE9-1ECF-4379-80E6-9A6252720607}" srcOrd="2" destOrd="0" presId="urn:microsoft.com/office/officeart/2018/2/layout/IconVerticalSolidList"/>
    <dgm:cxn modelId="{3EF3C7B1-8452-4324-BA0A-7A516C61EDD3}" type="presParOf" srcId="{B72DD981-C903-4094-A45F-0BA962BB59CA}" destId="{81B677FF-8F27-4AEB-934A-6FD61B2BA84B}" srcOrd="3" destOrd="0" presId="urn:microsoft.com/office/officeart/2018/2/layout/IconVerticalSolidList"/>
    <dgm:cxn modelId="{1D6010D3-09CD-48D0-B860-2F6B0642F30D}" type="presParOf" srcId="{2164BC95-5889-4336-B2F4-04F031B09682}" destId="{A45D94E5-1EBA-48F5-B147-8A6D28CDCF6B}" srcOrd="7" destOrd="0" presId="urn:microsoft.com/office/officeart/2018/2/layout/IconVerticalSolidList"/>
    <dgm:cxn modelId="{789177E7-C3C2-4111-9947-4B4FB191CCF8}" type="presParOf" srcId="{2164BC95-5889-4336-B2F4-04F031B09682}" destId="{BCC69EDA-CE98-4307-8A27-32EE7489FD97}" srcOrd="8" destOrd="0" presId="urn:microsoft.com/office/officeart/2018/2/layout/IconVerticalSolidList"/>
    <dgm:cxn modelId="{F7348890-E212-45DB-AABF-BFAEBDBED208}" type="presParOf" srcId="{BCC69EDA-CE98-4307-8A27-32EE7489FD97}" destId="{9808505F-18D9-4217-B34E-C6BFE2063A05}" srcOrd="0" destOrd="0" presId="urn:microsoft.com/office/officeart/2018/2/layout/IconVerticalSolidList"/>
    <dgm:cxn modelId="{668DA839-5ACB-44D2-B195-EE8421759B91}" type="presParOf" srcId="{BCC69EDA-CE98-4307-8A27-32EE7489FD97}" destId="{47689EEB-3080-4D23-9286-6B640E09709C}" srcOrd="1" destOrd="0" presId="urn:microsoft.com/office/officeart/2018/2/layout/IconVerticalSolidList"/>
    <dgm:cxn modelId="{2F6E2F18-E881-41E7-95FE-15449900E15F}" type="presParOf" srcId="{BCC69EDA-CE98-4307-8A27-32EE7489FD97}" destId="{18DAE340-4BC2-4CF3-BCC7-C5033D3DF156}" srcOrd="2" destOrd="0" presId="urn:microsoft.com/office/officeart/2018/2/layout/IconVerticalSolidList"/>
    <dgm:cxn modelId="{B4F1FC5A-5EC1-4D09-87AD-61D716294954}" type="presParOf" srcId="{BCC69EDA-CE98-4307-8A27-32EE7489FD97}" destId="{EEBE9BAA-9731-46FA-82E0-BBDC22A30626}" srcOrd="3" destOrd="0" presId="urn:microsoft.com/office/officeart/2018/2/layout/IconVerticalSolidList"/>
    <dgm:cxn modelId="{EA95CC87-7F29-4E61-83E4-3028F4A0B684}" type="presParOf" srcId="{2164BC95-5889-4336-B2F4-04F031B09682}" destId="{71F7A7BB-1325-493B-BB68-F55158F8F1E2}" srcOrd="9" destOrd="0" presId="urn:microsoft.com/office/officeart/2018/2/layout/IconVerticalSolidList"/>
    <dgm:cxn modelId="{1115BE26-6406-4B36-BDDB-F41287C2CED3}" type="presParOf" srcId="{2164BC95-5889-4336-B2F4-04F031B09682}" destId="{01BD498F-B1E1-43AF-8FD3-AD21543D20F3}" srcOrd="10" destOrd="0" presId="urn:microsoft.com/office/officeart/2018/2/layout/IconVerticalSolidList"/>
    <dgm:cxn modelId="{8D0ABC7F-94C4-4097-88E8-34634E1FDC40}" type="presParOf" srcId="{01BD498F-B1E1-43AF-8FD3-AD21543D20F3}" destId="{964B5054-9621-4EF3-AF57-626AE8089BBD}" srcOrd="0" destOrd="0" presId="urn:microsoft.com/office/officeart/2018/2/layout/IconVerticalSolidList"/>
    <dgm:cxn modelId="{21D9515D-EBFA-4053-A395-C0A34268208B}" type="presParOf" srcId="{01BD498F-B1E1-43AF-8FD3-AD21543D20F3}" destId="{40623103-A652-4144-A317-E7714B9C2802}" srcOrd="1" destOrd="0" presId="urn:microsoft.com/office/officeart/2018/2/layout/IconVerticalSolidList"/>
    <dgm:cxn modelId="{DED28EC2-7EE3-43AF-969F-3B7BFAA06CA5}" type="presParOf" srcId="{01BD498F-B1E1-43AF-8FD3-AD21543D20F3}" destId="{C584E76A-42C3-4141-8DD9-1EE9226E1FFD}" srcOrd="2" destOrd="0" presId="urn:microsoft.com/office/officeart/2018/2/layout/IconVerticalSolidList"/>
    <dgm:cxn modelId="{D03A0993-E106-4673-BA23-7791B01F31F3}" type="presParOf" srcId="{01BD498F-B1E1-43AF-8FD3-AD21543D20F3}" destId="{3ADF0B65-38E9-4223-8133-13C6E3BBB6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3B807-56AD-4362-8447-9F469A2916C7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7B7891-D6E7-449C-9F5D-F3311E2E1230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6C629-F869-4632-ACF2-0662FBD1EC1E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sales formula : </a:t>
          </a:r>
          <a:r>
            <a:rPr lang="en-IN" sz="1900" kern="1200"/>
            <a:t>=sum(sales range)</a:t>
          </a:r>
          <a:endParaRPr lang="en-US" sz="1900" kern="1200"/>
        </a:p>
      </dsp:txBody>
      <dsp:txXfrm>
        <a:off x="1059754" y="4307"/>
        <a:ext cx="5304469" cy="917536"/>
      </dsp:txXfrm>
    </dsp:sp>
    <dsp:sp modelId="{9C9DB40F-4AE6-4ABA-BA2B-9B21C80E0F55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BC610-416C-4313-80C4-02D21C320C8E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34851-29F0-4B05-8571-5E3B37A47332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Adjusted Sales formula: =ROUND(sales*(1-discount),2)</a:t>
          </a:r>
          <a:endParaRPr lang="en-US" sz="1900" kern="1200"/>
        </a:p>
      </dsp:txBody>
      <dsp:txXfrm>
        <a:off x="1059754" y="1151227"/>
        <a:ext cx="5304469" cy="917536"/>
      </dsp:txXfrm>
    </dsp:sp>
    <dsp:sp modelId="{DF5960D4-34B4-4852-87F7-D4BDC1CBAF16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7B149-F10F-414D-AF59-09A712F650A4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562AB-C397-4CDD-9C3F-DF00BC63A5A5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Total Adjusted Sales formula: =sum(range) </a:t>
          </a:r>
          <a:endParaRPr lang="en-US" sz="1900" kern="1200"/>
        </a:p>
      </dsp:txBody>
      <dsp:txXfrm>
        <a:off x="1059754" y="2298147"/>
        <a:ext cx="5304469" cy="917536"/>
      </dsp:txXfrm>
    </dsp:sp>
    <dsp:sp modelId="{2041A190-F7A7-4FFC-9AB0-1564FCDE949E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DEE14-0717-4113-91B0-1B001E240F78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0F3B8F-BBE0-4D3E-8652-6D8D4524D6D3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Discount Rate formula: =sum(range)</a:t>
          </a:r>
          <a:endParaRPr lang="en-US" sz="1900" kern="1200"/>
        </a:p>
      </dsp:txBody>
      <dsp:txXfrm>
        <a:off x="1059754" y="3445068"/>
        <a:ext cx="5304469" cy="917536"/>
      </dsp:txXfrm>
    </dsp:sp>
    <dsp:sp modelId="{50681C8D-1A21-4A67-85C3-4D9962E1E830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F61EA-9A31-447B-BEFF-6264E269E4E1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004AF-9CE4-414F-BF7A-E9A9418C57EB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Average Order Per Value formula: =average(sales/adjusted sales)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53B40-AE15-4969-B69A-00C86E6A0C85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554BA-65BE-4AE9-AAF6-489A1972AD99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FB7EE9-5C31-47B2-A50B-C6EFF893B18E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Insights: </a:t>
          </a:r>
          <a:r>
            <a:rPr lang="en-IN" sz="1700" kern="1200"/>
            <a:t>Best performing product category is technology -8,36,158 </a:t>
          </a:r>
          <a:endParaRPr lang="en-US" sz="1700" kern="1200"/>
        </a:p>
      </dsp:txBody>
      <dsp:txXfrm>
        <a:off x="889864" y="1808"/>
        <a:ext cx="5355400" cy="770445"/>
      </dsp:txXfrm>
    </dsp:sp>
    <dsp:sp modelId="{CB0503EE-CB9A-4C98-9D68-D2C8B95E9E89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B14A84-634B-4E3F-B627-93CE133C85C2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18129-0445-421E-8A89-F944A4311102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Total sales – 22,97,200  , adjusted sales – 19,74,619</a:t>
          </a:r>
          <a:endParaRPr lang="en-US" sz="1700" kern="1200"/>
        </a:p>
      </dsp:txBody>
      <dsp:txXfrm>
        <a:off x="889864" y="964865"/>
        <a:ext cx="5355400" cy="770445"/>
      </dsp:txXfrm>
    </dsp:sp>
    <dsp:sp modelId="{6DF9C090-EF7B-434E-8FDC-8F67A927C550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A70B7-7D5C-4F61-927A-EB897DC0E6F3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AE18B-32E2-4D51-984D-DEC54114359F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Recommendations: </a:t>
          </a:r>
          <a:endParaRPr lang="en-US" sz="1700" kern="1200"/>
        </a:p>
      </dsp:txBody>
      <dsp:txXfrm>
        <a:off x="889864" y="1927922"/>
        <a:ext cx="5355400" cy="770445"/>
      </dsp:txXfrm>
    </dsp:sp>
    <dsp:sp modelId="{0573EF6D-5644-4317-A2A2-484629A2C993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51419-F485-48C4-8D3E-DFCC0BD0A8BB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677FF-8F27-4AEB-934A-6FD61B2BA84B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They can provide referral code and coupon code for referring customers</a:t>
          </a:r>
          <a:endParaRPr lang="en-US" sz="1700" kern="1200"/>
        </a:p>
      </dsp:txBody>
      <dsp:txXfrm>
        <a:off x="889864" y="2890979"/>
        <a:ext cx="5355400" cy="770445"/>
      </dsp:txXfrm>
    </dsp:sp>
    <dsp:sp modelId="{9808505F-18D9-4217-B34E-C6BFE2063A05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89EEB-3080-4D23-9286-6B640E09709C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E9BAA-9731-46FA-82E0-BBDC22A30626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They can provide the discounts on bulk orders, festival time orders &amp; regular customer orders</a:t>
          </a:r>
          <a:endParaRPr lang="en-US" sz="1700" kern="1200"/>
        </a:p>
      </dsp:txBody>
      <dsp:txXfrm>
        <a:off x="889864" y="3854036"/>
        <a:ext cx="5355400" cy="770445"/>
      </dsp:txXfrm>
    </dsp:sp>
    <dsp:sp modelId="{964B5054-9621-4EF3-AF57-626AE8089BBD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23103-A652-4144-A317-E7714B9C2802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F0B65-38E9-4223-8133-13C6E3BBB6AF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They can collect feedback from the customers to improve the quality of their shops and products in future </a:t>
          </a:r>
          <a:endParaRPr lang="en-US" sz="1700" kern="1200"/>
        </a:p>
      </dsp:txBody>
      <dsp:txXfrm>
        <a:off x="889864" y="4817093"/>
        <a:ext cx="5355400" cy="77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0574-8033-456A-47DA-97ED95AB2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FF3CF-42AA-28FE-4021-46AA0C4F2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8D8DD-D788-CC8B-453F-5467C2E2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7C4D1-6C15-5BBD-90F9-D0787239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BED6C-E960-A9DD-7368-3F32FF28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24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4774-DB77-1298-7E7A-8A7E252F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4014-AF51-358C-1629-85E9E4BC2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0D7B1-0CB1-33B3-86EA-C726CE83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FA70B-75C4-F910-6C14-2D8FD361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FC4F-DEA2-C075-8827-E2C24A7B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10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571D-0C29-5581-53D5-90429081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3C374-B41D-CCA9-A4EE-F3AA824F9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92EA7-9FA2-97F0-DEE6-F29B59B0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239DA-C1EA-FC63-BA67-963F4E3D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3AF1E-52CB-4837-D1F8-B64B905D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58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853E-DEB6-BDBC-1C0E-CD4E8849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1666-80E6-5F5F-05E1-80AC195B7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EB79A-25ED-CA7B-44A9-0177F373A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DD6C7-055F-336D-DE3B-DE1D8745D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2FA77-857F-21D7-8FDD-CFD8C045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DE856-0BA6-C1F9-8EC6-04DB05FB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0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8CE8-1DB7-CF79-5F4C-B7C5F0209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6207B-223F-6CDF-91D5-40A0FB87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0636D-BED7-049E-2427-76C7FF0FC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C9613-6CF9-87FB-E714-54AF33448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C1054-3110-30C1-7FDB-7D512DB9B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3E7EC-3F33-DAA4-FF5C-07FA5549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5AD8F-DF6D-F7E6-4B07-BEAE2B3C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56E1D1-83D5-F4CC-CA3E-2004E33AF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275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4FAF-692B-145A-FEC8-B308FE1E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430A9-79BD-9B88-2486-1B2B6319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12429-C422-A70F-737A-A92EE4C7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E57D0-5DBE-0034-2590-B74E4EC2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83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E10CB-1ADF-A929-02AF-AFACA396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06BA9-034C-EB54-9086-4172F1AB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E9B99-7C42-ACCB-1027-D2D422306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86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D4407-1A9C-7799-FF71-59065836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EE6-8111-2DAC-2171-25D71B2D4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E431D-7014-203E-C5FD-FBA487BB4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D830F-7984-0244-E6AA-D6DDA1E8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609D8-F182-EBD7-300C-D51A7210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E878E-D9CE-6802-B99E-9642AA049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87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239FA-C449-DF16-FD62-EBF71ED6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3D094-27CC-89AD-BB57-C43EF9AE4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CEADA-3698-323C-867C-AB8546046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D92D0-6967-BC94-F671-66061614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006EA7-F8C9-2F29-45ED-039EC08F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177FF-4355-7905-CAC3-DE262940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86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F38F-0767-6E38-E1BD-175C56C3C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2B6D7-AA94-742F-90E7-D2DB99BB8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4D6B1-E448-6063-9CF1-419DD1F7B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70DB5-B08E-3452-C821-62F8A4A0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F7D5B-21EC-B67E-D486-47E4A033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55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5418C6-5A11-24C9-C3D9-28AD8364A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CED80-1D8F-CA74-00FB-DF912681F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B891D-08BD-7750-BC89-32297573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4AA9-091E-C236-1A8B-194C2F1F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362EC-76C7-FEF7-81D9-CEAF2A9B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77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802C4E-5694-F88F-F439-3EA0984EC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01122-9C22-3EFE-557C-6DBD4BF6E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50D5F-FBA0-4C8A-1AC7-6740B6480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B32CA-A4A2-40F1-8443-9F72EFD1367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8A65D-9B88-F2CC-3B42-3C0D01E51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62059-F2C3-3DFA-8FF8-9E39D9668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475D4-1A9D-4047-97B8-3E9A25996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2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!!Rectangle">
            <a:extLst>
              <a:ext uri="{FF2B5EF4-FFF2-40B4-BE49-F238E27FC236}">
                <a16:creationId xmlns:a16="http://schemas.microsoft.com/office/drawing/2014/main" id="{D4906370-1564-49FA-A802-58546B39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Financial graphs on a dark display">
            <a:extLst>
              <a:ext uri="{FF2B5EF4-FFF2-40B4-BE49-F238E27FC236}">
                <a16:creationId xmlns:a16="http://schemas.microsoft.com/office/drawing/2014/main" id="{FE18A6F7-FE31-9640-970F-272E8B11D7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9989" b="1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EF640709-BDFD-453B-B75D-6212E7A87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11500" y="370600"/>
            <a:ext cx="5923842" cy="5923842"/>
          </a:xfrm>
          <a:prstGeom prst="ellipse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1BA89-C2FB-3450-E1A5-5EB51CD9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7192" y="1032483"/>
            <a:ext cx="5037616" cy="29823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100"/>
              <a:t>Sales Dataset Analytics – Advanced Excel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64DEE-1E3C-825D-25A1-B7EBDDD6C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7192" y="4106918"/>
            <a:ext cx="5037616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By</a:t>
            </a:r>
          </a:p>
          <a:p>
            <a:r>
              <a:rPr lang="en-US"/>
              <a:t>S.Jayanthar</a:t>
            </a:r>
          </a:p>
          <a:p>
            <a:r>
              <a:rPr lang="en-US"/>
              <a:t>DADS July Batch</a:t>
            </a:r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B4019478-3FDC-438C-8848-1D7DA864A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366740" flipV="1">
            <a:off x="2607299" y="8363"/>
            <a:ext cx="6816262" cy="6816262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E406479-1D57-4209-B128-3C8174624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3400" y="4609861"/>
            <a:ext cx="873032" cy="8493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0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11065-B38A-3BA9-B7EA-9170E60DB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Overview &amp; Objectives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E8D76-2137-D558-2619-CCBB35851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analyse sales data to identify trends, understand sales performance and provide actionable insights.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trends over time.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high-performing products and sales channels.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impact of returns and discounts.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dashboard with key metrics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056874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38D16-510A-EF45-6666-F24C8326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Data Description &amp; Preparations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F1607-FCB4-D2CC-DF17-1592ED68A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Dataset have 9995 rows &amp; columns with headings of order ID, sales ID, product type, sales, discount, profit etc.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Process: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Bolding Headers and freeze top rows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 and blank rows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format correction and addition of adjusted sales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currency symbol to profit and proper alignment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09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DB4D7-DBCB-5A57-B118-061E56C0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Visuals of Data description &amp; Preparations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A89EF7-5237-E067-AA69-33591AC50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4" r="6958" b="-3"/>
          <a:stretch>
            <a:fillRect/>
          </a:stretch>
        </p:blipFill>
        <p:spPr>
          <a:xfrm>
            <a:off x="715748" y="2460384"/>
            <a:ext cx="5131088" cy="3439720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79B34957-5AAA-D4CA-EA43-B8532A50778C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" b="4148"/>
          <a:stretch>
            <a:fillRect/>
          </a:stretch>
        </p:blipFill>
        <p:spPr>
          <a:xfrm>
            <a:off x="6345165" y="2496864"/>
            <a:ext cx="5131087" cy="343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5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817D83-F8A1-8CFF-68F2-BF442538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Key Metrics Calculation &amp; Data Analysis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6B5CF8-2B80-4CFB-C2F1-36967D310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88152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065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9F775F-94B8-191C-6274-71B59E5BD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Visuals of Key Metrics Calculation &amp; Data Analysis  </a:t>
            </a:r>
          </a:p>
        </p:txBody>
      </p:sp>
      <p:pic>
        <p:nvPicPr>
          <p:cNvPr id="4" name="Content Placeholder 3" descr="A screenshot of a table&#10;&#10;AI-generated content may be incorrect.">
            <a:extLst>
              <a:ext uri="{FF2B5EF4-FFF2-40B4-BE49-F238E27FC236}">
                <a16:creationId xmlns:a16="http://schemas.microsoft.com/office/drawing/2014/main" id="{E9C29E36-02E5-6849-05ED-553CC45E9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907" y="643466"/>
            <a:ext cx="6325517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65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9BA04C-EDD2-387B-C8C2-577E673C8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Pivot Table &amp; Pivot Charts </a:t>
            </a: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8C72-C62F-1F58-DF9F-7F482EFA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Summary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Pivot Table is used to analyse large datasets quickly with the help of both numerical &amp; categorical data's.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Pivot Chart Visualization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Pivot Chart is used to visualize the data in charts &amp; graphs to represent and understand in easier manner to others. </a:t>
            </a:r>
          </a:p>
        </p:txBody>
      </p:sp>
    </p:spTree>
    <p:extLst>
      <p:ext uri="{BB962C8B-B14F-4D97-AF65-F5344CB8AC3E}">
        <p14:creationId xmlns:p14="http://schemas.microsoft.com/office/powerpoint/2010/main" val="2860290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32EEC-4347-D4CD-13F0-A8F9F3F7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Visuals of Pivot Table &amp; Pivot Charts </a:t>
            </a:r>
          </a:p>
        </p:txBody>
      </p:sp>
      <p:pic>
        <p:nvPicPr>
          <p:cNvPr id="5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1D6D83DA-7459-C6A9-B103-91EAC319C8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00365"/>
            <a:ext cx="10905066" cy="414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4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4D2C-DF7D-05DE-98AB-1308AA94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52E8-3102-FDFE-194A-D5B9C492D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 is used to display the final outcome of the dataset to represent the findings, insights and recommendations from the dataset.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this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we can see sales, discounts, average per order value &amp; top performing product categories as the key performance indicators.</a:t>
            </a: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DCA05187-AABB-0F07-B6DE-08A733566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27" r="28637" b="2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69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4B293-EBD1-75C5-EA1C-424E0222F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Visuals of Dashboard Overview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4DB39C-0D3E-6BEA-F23D-3CCE2DFE23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373" y="1675227"/>
            <a:ext cx="817525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9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AAB25-C90A-8F5A-C254-C95220390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What If Analysis &amp; Goal Seek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90D9-A261-B1D4-0C83-6F8190A34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If Analysis: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What if analysis is used to identify how the sales varies when they is hike or decrease of sales and discounts in the dataset.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Goal Seek: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Goal seek is used to decide the no.of.units &amp; quantity is used to achieve the assigned target in future.</a:t>
            </a: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E98C838B-0604-7EEF-F250-A4CB1EE8C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1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CCD5F-6632-B96B-4A3D-1CFCED349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Visuals of What If Analysis &amp; Goal Seek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74B220-773A-7438-1B8C-900858FD1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748" y="3461892"/>
            <a:ext cx="5131088" cy="1436704"/>
          </a:xfrm>
          <a:prstGeom prst="rect">
            <a:avLst/>
          </a:prstGeom>
        </p:spPr>
      </p:pic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58CD7BB4-8927-7B4E-3247-BDDA6F6BA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3301165"/>
            <a:ext cx="5131087" cy="183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174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8A0B58-962D-5AAB-70A0-02D595D6A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Macros &amp; Automation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32093-765F-8714-F312-D6DA4F2FF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Macros Recording: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Macros recording is used to run the repetive task with the help of macros and without the involvement of manpower.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Benefits: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saves time when there is huge dataset involved and makes the remaining time to work on another dataset or next level of data preparation.</a:t>
            </a:r>
          </a:p>
        </p:txBody>
      </p:sp>
      <p:pic>
        <p:nvPicPr>
          <p:cNvPr id="5" name="Picture 4" descr="An electronic circuit board in blue color">
            <a:extLst>
              <a:ext uri="{FF2B5EF4-FFF2-40B4-BE49-F238E27FC236}">
                <a16:creationId xmlns:a16="http://schemas.microsoft.com/office/drawing/2014/main" id="{4B8E2E6F-0E92-2347-3020-52BB319F8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42" r="4202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75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B5ED4-1F25-4A28-59FF-369E5CE3F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3800"/>
              <a:t>Insights &amp; Recommendations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8089B06-BA2F-8B8C-BB33-9B4A8FE89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51868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13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21CF0-56C6-18D6-0A42-F7AE1586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0C89-C4D1-4332-E607-782BF57D8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1996111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weaker Technology category and re-evaluate Furniture performance.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 that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should optimize shipping strategies and strengthen presence in South Region comparing to other regions</a:t>
            </a:r>
            <a:r>
              <a:rPr lang="en-US" sz="2000" dirty="0"/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on reducing returns and improving weak categories like Furniture will help sustain growth and boost profitability to earn further profit.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Empty office area">
            <a:extLst>
              <a:ext uri="{FF2B5EF4-FFF2-40B4-BE49-F238E27FC236}">
                <a16:creationId xmlns:a16="http://schemas.microsoft.com/office/drawing/2014/main" id="{1032F622-6576-7987-120D-86479BBCD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59" r="14804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1800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</TotalTime>
  <Words>574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Times New Roman</vt:lpstr>
      <vt:lpstr>Office Theme</vt:lpstr>
      <vt:lpstr>Sales Dataset Analytics – Advanced Excel Project</vt:lpstr>
      <vt:lpstr>Project Overview &amp; Objectives </vt:lpstr>
      <vt:lpstr>Data Description &amp; Preparations</vt:lpstr>
      <vt:lpstr>Visuals of Data description &amp; Preparations</vt:lpstr>
      <vt:lpstr>Key Metrics Calculation &amp; Data Analysis </vt:lpstr>
      <vt:lpstr>Visuals of Key Metrics Calculation &amp; Data Analysis  </vt:lpstr>
      <vt:lpstr>Pivot Table &amp; Pivot Charts </vt:lpstr>
      <vt:lpstr>Visuals of Pivot Table &amp; Pivot Charts </vt:lpstr>
      <vt:lpstr>Dashboard Overview</vt:lpstr>
      <vt:lpstr>Visuals of Dashboard Overview </vt:lpstr>
      <vt:lpstr>What If Analysis &amp; Goal Seek</vt:lpstr>
      <vt:lpstr>Visuals of What If Analysis &amp; Goal Seek </vt:lpstr>
      <vt:lpstr>Macros &amp; Automation </vt:lpstr>
      <vt:lpstr>Insights &amp; Recommendations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Jayanthar S</dc:creator>
  <cp:lastModifiedBy>Jayanthar S</cp:lastModifiedBy>
  <cp:revision>32</cp:revision>
  <dcterms:created xsi:type="dcterms:W3CDTF">2025-08-25T13:01:39Z</dcterms:created>
  <dcterms:modified xsi:type="dcterms:W3CDTF">2025-09-09T05:27:07Z</dcterms:modified>
</cp:coreProperties>
</file>