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BA67A-917F-4BEE-9E4C-9AA2BC5D24A5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6CF204A-AEE7-496E-A3C8-420A31C6816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This dataset contains columns of year, brand, engine size, fuel type, transmission, millage, condition, price and model to make further analysis</a:t>
          </a:r>
          <a:endParaRPr lang="en-US"/>
        </a:p>
      </dgm:t>
    </dgm:pt>
    <dgm:pt modelId="{CBB82ECD-DFB6-46FB-A7F8-741C37DE0B28}" type="parTrans" cxnId="{7044CD92-56F1-4FA0-99D1-976F23E821B5}">
      <dgm:prSet/>
      <dgm:spPr/>
      <dgm:t>
        <a:bodyPr/>
        <a:lstStyle/>
        <a:p>
          <a:endParaRPr lang="en-US"/>
        </a:p>
      </dgm:t>
    </dgm:pt>
    <dgm:pt modelId="{2C39B53C-08A4-44DB-B059-1CC377D74AFD}" type="sibTrans" cxnId="{7044CD92-56F1-4FA0-99D1-976F23E821B5}">
      <dgm:prSet/>
      <dgm:spPr/>
      <dgm:t>
        <a:bodyPr/>
        <a:lstStyle/>
        <a:p>
          <a:endParaRPr lang="en-US"/>
        </a:p>
      </dgm:t>
    </dgm:pt>
    <dgm:pt modelId="{3A33C33C-5C41-45D4-BDF0-43837235E89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This helps me to identify how the mileage, engine type varies from different brand, model to predict prices </a:t>
          </a:r>
          <a:endParaRPr lang="en-US" dirty="0"/>
        </a:p>
      </dgm:t>
    </dgm:pt>
    <dgm:pt modelId="{18B266DB-B054-4B69-98E5-8710ED089EEC}" type="parTrans" cxnId="{5A39CFBB-47F9-4E58-BB08-06D030B565A4}">
      <dgm:prSet/>
      <dgm:spPr/>
      <dgm:t>
        <a:bodyPr/>
        <a:lstStyle/>
        <a:p>
          <a:endParaRPr lang="en-US"/>
        </a:p>
      </dgm:t>
    </dgm:pt>
    <dgm:pt modelId="{A65F2A43-3BF6-4395-A8DA-AB3B743AD850}" type="sibTrans" cxnId="{5A39CFBB-47F9-4E58-BB08-06D030B565A4}">
      <dgm:prSet/>
      <dgm:spPr/>
      <dgm:t>
        <a:bodyPr/>
        <a:lstStyle/>
        <a:p>
          <a:endParaRPr lang="en-US"/>
        </a:p>
      </dgm:t>
    </dgm:pt>
    <dgm:pt modelId="{2513A1DD-312E-4728-8189-1C016BCC7408}" type="pres">
      <dgm:prSet presAssocID="{530BA67A-917F-4BEE-9E4C-9AA2BC5D24A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CC34D4-CD73-41D2-87EB-C73A58B08D23}" type="pres">
      <dgm:prSet presAssocID="{A6CF204A-AEE7-496E-A3C8-420A31C68164}" presName="hierRoot1" presStyleCnt="0"/>
      <dgm:spPr/>
    </dgm:pt>
    <dgm:pt modelId="{6A874ECC-5F01-4847-960E-AEC3CA60C3FC}" type="pres">
      <dgm:prSet presAssocID="{A6CF204A-AEE7-496E-A3C8-420A31C68164}" presName="composite" presStyleCnt="0"/>
      <dgm:spPr/>
    </dgm:pt>
    <dgm:pt modelId="{104A3EC7-B9E9-4710-875F-DD4E16044560}" type="pres">
      <dgm:prSet presAssocID="{A6CF204A-AEE7-496E-A3C8-420A31C68164}" presName="background" presStyleLbl="node0" presStyleIdx="0" presStyleCnt="2"/>
      <dgm:spPr/>
    </dgm:pt>
    <dgm:pt modelId="{0EF88258-5917-4375-8E4A-7A4CADB33EC7}" type="pres">
      <dgm:prSet presAssocID="{A6CF204A-AEE7-496E-A3C8-420A31C68164}" presName="text" presStyleLbl="fgAcc0" presStyleIdx="0" presStyleCnt="2">
        <dgm:presLayoutVars>
          <dgm:chPref val="3"/>
        </dgm:presLayoutVars>
      </dgm:prSet>
      <dgm:spPr/>
    </dgm:pt>
    <dgm:pt modelId="{9DED2AE5-28F4-4F70-A7B7-154F8BB30F85}" type="pres">
      <dgm:prSet presAssocID="{A6CF204A-AEE7-496E-A3C8-420A31C68164}" presName="hierChild2" presStyleCnt="0"/>
      <dgm:spPr/>
    </dgm:pt>
    <dgm:pt modelId="{918813A3-B0A5-4D85-8A1D-D179CD46D7F1}" type="pres">
      <dgm:prSet presAssocID="{3A33C33C-5C41-45D4-BDF0-43837235E891}" presName="hierRoot1" presStyleCnt="0"/>
      <dgm:spPr/>
    </dgm:pt>
    <dgm:pt modelId="{6FB03FF3-F643-40B8-9F1D-3386A66FDA7E}" type="pres">
      <dgm:prSet presAssocID="{3A33C33C-5C41-45D4-BDF0-43837235E891}" presName="composite" presStyleCnt="0"/>
      <dgm:spPr/>
    </dgm:pt>
    <dgm:pt modelId="{5C7B9EC0-6FC1-4203-B130-531D86D81442}" type="pres">
      <dgm:prSet presAssocID="{3A33C33C-5C41-45D4-BDF0-43837235E891}" presName="background" presStyleLbl="node0" presStyleIdx="1" presStyleCnt="2"/>
      <dgm:spPr/>
    </dgm:pt>
    <dgm:pt modelId="{B3F2DC06-A3C5-4D15-BE73-48B85FFB87A5}" type="pres">
      <dgm:prSet presAssocID="{3A33C33C-5C41-45D4-BDF0-43837235E891}" presName="text" presStyleLbl="fgAcc0" presStyleIdx="1" presStyleCnt="2">
        <dgm:presLayoutVars>
          <dgm:chPref val="3"/>
        </dgm:presLayoutVars>
      </dgm:prSet>
      <dgm:spPr/>
    </dgm:pt>
    <dgm:pt modelId="{7FD128D3-768E-4AF6-B174-FB5FC45279BA}" type="pres">
      <dgm:prSet presAssocID="{3A33C33C-5C41-45D4-BDF0-43837235E891}" presName="hierChild2" presStyleCnt="0"/>
      <dgm:spPr/>
    </dgm:pt>
  </dgm:ptLst>
  <dgm:cxnLst>
    <dgm:cxn modelId="{74E2FD21-2769-4040-9163-02EE218CFCD0}" type="presOf" srcId="{3A33C33C-5C41-45D4-BDF0-43837235E891}" destId="{B3F2DC06-A3C5-4D15-BE73-48B85FFB87A5}" srcOrd="0" destOrd="0" presId="urn:microsoft.com/office/officeart/2005/8/layout/hierarchy1"/>
    <dgm:cxn modelId="{8912ED27-1484-4A1C-961A-86FDF9912BF2}" type="presOf" srcId="{530BA67A-917F-4BEE-9E4C-9AA2BC5D24A5}" destId="{2513A1DD-312E-4728-8189-1C016BCC7408}" srcOrd="0" destOrd="0" presId="urn:microsoft.com/office/officeart/2005/8/layout/hierarchy1"/>
    <dgm:cxn modelId="{0B20506C-FF66-4FB1-BDF1-773598AF7664}" type="presOf" srcId="{A6CF204A-AEE7-496E-A3C8-420A31C68164}" destId="{0EF88258-5917-4375-8E4A-7A4CADB33EC7}" srcOrd="0" destOrd="0" presId="urn:microsoft.com/office/officeart/2005/8/layout/hierarchy1"/>
    <dgm:cxn modelId="{7044CD92-56F1-4FA0-99D1-976F23E821B5}" srcId="{530BA67A-917F-4BEE-9E4C-9AA2BC5D24A5}" destId="{A6CF204A-AEE7-496E-A3C8-420A31C68164}" srcOrd="0" destOrd="0" parTransId="{CBB82ECD-DFB6-46FB-A7F8-741C37DE0B28}" sibTransId="{2C39B53C-08A4-44DB-B059-1CC377D74AFD}"/>
    <dgm:cxn modelId="{5A39CFBB-47F9-4E58-BB08-06D030B565A4}" srcId="{530BA67A-917F-4BEE-9E4C-9AA2BC5D24A5}" destId="{3A33C33C-5C41-45D4-BDF0-43837235E891}" srcOrd="1" destOrd="0" parTransId="{18B266DB-B054-4B69-98E5-8710ED089EEC}" sibTransId="{A65F2A43-3BF6-4395-A8DA-AB3B743AD850}"/>
    <dgm:cxn modelId="{EB93731A-C983-4FFB-9AE9-C2EC221DB930}" type="presParOf" srcId="{2513A1DD-312E-4728-8189-1C016BCC7408}" destId="{25CC34D4-CD73-41D2-87EB-C73A58B08D23}" srcOrd="0" destOrd="0" presId="urn:microsoft.com/office/officeart/2005/8/layout/hierarchy1"/>
    <dgm:cxn modelId="{FDCE8B08-85FA-4919-A441-F7FDE2EAB5D5}" type="presParOf" srcId="{25CC34D4-CD73-41D2-87EB-C73A58B08D23}" destId="{6A874ECC-5F01-4847-960E-AEC3CA60C3FC}" srcOrd="0" destOrd="0" presId="urn:microsoft.com/office/officeart/2005/8/layout/hierarchy1"/>
    <dgm:cxn modelId="{75ABD7BE-D57E-4A50-A192-FBFE1D06EF61}" type="presParOf" srcId="{6A874ECC-5F01-4847-960E-AEC3CA60C3FC}" destId="{104A3EC7-B9E9-4710-875F-DD4E16044560}" srcOrd="0" destOrd="0" presId="urn:microsoft.com/office/officeart/2005/8/layout/hierarchy1"/>
    <dgm:cxn modelId="{4054B39C-0C30-4C34-86F6-8F43959674B2}" type="presParOf" srcId="{6A874ECC-5F01-4847-960E-AEC3CA60C3FC}" destId="{0EF88258-5917-4375-8E4A-7A4CADB33EC7}" srcOrd="1" destOrd="0" presId="urn:microsoft.com/office/officeart/2005/8/layout/hierarchy1"/>
    <dgm:cxn modelId="{F9D968D1-3CD2-4ADC-BB86-009AB4FCD928}" type="presParOf" srcId="{25CC34D4-CD73-41D2-87EB-C73A58B08D23}" destId="{9DED2AE5-28F4-4F70-A7B7-154F8BB30F85}" srcOrd="1" destOrd="0" presId="urn:microsoft.com/office/officeart/2005/8/layout/hierarchy1"/>
    <dgm:cxn modelId="{7564C91B-5897-447A-AE97-D6FFC18F66E4}" type="presParOf" srcId="{2513A1DD-312E-4728-8189-1C016BCC7408}" destId="{918813A3-B0A5-4D85-8A1D-D179CD46D7F1}" srcOrd="1" destOrd="0" presId="urn:microsoft.com/office/officeart/2005/8/layout/hierarchy1"/>
    <dgm:cxn modelId="{C1E0C71C-45F0-4355-9402-204330FB8C7D}" type="presParOf" srcId="{918813A3-B0A5-4D85-8A1D-D179CD46D7F1}" destId="{6FB03FF3-F643-40B8-9F1D-3386A66FDA7E}" srcOrd="0" destOrd="0" presId="urn:microsoft.com/office/officeart/2005/8/layout/hierarchy1"/>
    <dgm:cxn modelId="{582DAEAB-BB59-44DC-86A2-087DC812CDBF}" type="presParOf" srcId="{6FB03FF3-F643-40B8-9F1D-3386A66FDA7E}" destId="{5C7B9EC0-6FC1-4203-B130-531D86D81442}" srcOrd="0" destOrd="0" presId="urn:microsoft.com/office/officeart/2005/8/layout/hierarchy1"/>
    <dgm:cxn modelId="{912A8A0A-0988-4D78-8B36-9C6A285B6574}" type="presParOf" srcId="{6FB03FF3-F643-40B8-9F1D-3386A66FDA7E}" destId="{B3F2DC06-A3C5-4D15-BE73-48B85FFB87A5}" srcOrd="1" destOrd="0" presId="urn:microsoft.com/office/officeart/2005/8/layout/hierarchy1"/>
    <dgm:cxn modelId="{26514208-F3F7-43FC-B060-4707503EB62B}" type="presParOf" srcId="{918813A3-B0A5-4D85-8A1D-D179CD46D7F1}" destId="{7FD128D3-768E-4AF6-B174-FB5FC45279B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A2831D-D6DD-4950-80B2-654449B1BC13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0B72D4-8513-4603-9ADC-9895D446146B}">
      <dgm:prSet/>
      <dgm:spPr/>
      <dgm:t>
        <a:bodyPr/>
        <a:lstStyle/>
        <a:p>
          <a:r>
            <a:rPr lang="en-IN"/>
            <a:t>Identified missing values</a:t>
          </a:r>
          <a:endParaRPr lang="en-US"/>
        </a:p>
      </dgm:t>
    </dgm:pt>
    <dgm:pt modelId="{4A941C57-2684-4B65-81AA-64319CE8BFEC}" type="parTrans" cxnId="{4A474F31-EAAA-42D7-8700-FE8E1D872277}">
      <dgm:prSet/>
      <dgm:spPr/>
      <dgm:t>
        <a:bodyPr/>
        <a:lstStyle/>
        <a:p>
          <a:endParaRPr lang="en-US"/>
        </a:p>
      </dgm:t>
    </dgm:pt>
    <dgm:pt modelId="{29E8DFA7-8282-46C2-83F0-A45E17965BD6}" type="sibTrans" cxnId="{4A474F31-EAAA-42D7-8700-FE8E1D872277}">
      <dgm:prSet/>
      <dgm:spPr/>
      <dgm:t>
        <a:bodyPr/>
        <a:lstStyle/>
        <a:p>
          <a:endParaRPr lang="en-US"/>
        </a:p>
      </dgm:t>
    </dgm:pt>
    <dgm:pt modelId="{B5AA01F5-9580-4281-9070-7072CC525E83}">
      <dgm:prSet/>
      <dgm:spPr/>
      <dgm:t>
        <a:bodyPr/>
        <a:lstStyle/>
        <a:p>
          <a:r>
            <a:rPr lang="en-IN"/>
            <a:t>Removed duplicated </a:t>
          </a:r>
          <a:endParaRPr lang="en-US"/>
        </a:p>
      </dgm:t>
    </dgm:pt>
    <dgm:pt modelId="{0D327224-EFAB-4A6F-87CF-15AA9BE0B55E}" type="parTrans" cxnId="{698836CD-BA74-4446-AA47-9F5B6E3114FF}">
      <dgm:prSet/>
      <dgm:spPr/>
      <dgm:t>
        <a:bodyPr/>
        <a:lstStyle/>
        <a:p>
          <a:endParaRPr lang="en-US"/>
        </a:p>
      </dgm:t>
    </dgm:pt>
    <dgm:pt modelId="{3EEC5724-61F4-4C1D-A30A-4CB29513EA44}" type="sibTrans" cxnId="{698836CD-BA74-4446-AA47-9F5B6E3114FF}">
      <dgm:prSet/>
      <dgm:spPr/>
      <dgm:t>
        <a:bodyPr/>
        <a:lstStyle/>
        <a:p>
          <a:endParaRPr lang="en-US"/>
        </a:p>
      </dgm:t>
    </dgm:pt>
    <dgm:pt modelId="{05D117A9-3AFF-40E4-BB2B-955C03427AE9}">
      <dgm:prSet/>
      <dgm:spPr/>
      <dgm:t>
        <a:bodyPr/>
        <a:lstStyle/>
        <a:p>
          <a:r>
            <a:rPr lang="en-IN"/>
            <a:t>Verified data types </a:t>
          </a:r>
          <a:endParaRPr lang="en-US"/>
        </a:p>
      </dgm:t>
    </dgm:pt>
    <dgm:pt modelId="{44830B52-81F0-410B-9D6D-1F79A1DFAC16}" type="parTrans" cxnId="{9162FDFD-F6A2-4CD0-961D-26FBECE66453}">
      <dgm:prSet/>
      <dgm:spPr/>
      <dgm:t>
        <a:bodyPr/>
        <a:lstStyle/>
        <a:p>
          <a:endParaRPr lang="en-US"/>
        </a:p>
      </dgm:t>
    </dgm:pt>
    <dgm:pt modelId="{7AEB7AA8-6FFA-487D-A803-46E46242BCA8}" type="sibTrans" cxnId="{9162FDFD-F6A2-4CD0-961D-26FBECE66453}">
      <dgm:prSet/>
      <dgm:spPr/>
      <dgm:t>
        <a:bodyPr/>
        <a:lstStyle/>
        <a:p>
          <a:endParaRPr lang="en-US"/>
        </a:p>
      </dgm:t>
    </dgm:pt>
    <dgm:pt modelId="{550F625A-4E40-4E04-BD3F-AD06707AB2AB}">
      <dgm:prSet/>
      <dgm:spPr/>
      <dgm:t>
        <a:bodyPr/>
        <a:lstStyle/>
        <a:p>
          <a:r>
            <a:rPr lang="en-IN"/>
            <a:t>Corrected spelling of words </a:t>
          </a:r>
          <a:endParaRPr lang="en-US"/>
        </a:p>
      </dgm:t>
    </dgm:pt>
    <dgm:pt modelId="{80570D20-8463-424B-8D80-B01C1BBCDFDE}" type="parTrans" cxnId="{3CD744D3-6D5D-4C60-977A-142387F1F733}">
      <dgm:prSet/>
      <dgm:spPr/>
      <dgm:t>
        <a:bodyPr/>
        <a:lstStyle/>
        <a:p>
          <a:endParaRPr lang="en-US"/>
        </a:p>
      </dgm:t>
    </dgm:pt>
    <dgm:pt modelId="{A33FA6CE-206B-44A7-A95E-4B88BCC94A49}" type="sibTrans" cxnId="{3CD744D3-6D5D-4C60-977A-142387F1F733}">
      <dgm:prSet/>
      <dgm:spPr/>
      <dgm:t>
        <a:bodyPr/>
        <a:lstStyle/>
        <a:p>
          <a:endParaRPr lang="en-US"/>
        </a:p>
      </dgm:t>
    </dgm:pt>
    <dgm:pt modelId="{03A70241-96A6-4A00-A5F4-021BBAA67565}">
      <dgm:prSet/>
      <dgm:spPr/>
      <dgm:t>
        <a:bodyPr/>
        <a:lstStyle/>
        <a:p>
          <a:r>
            <a:rPr lang="en-IN"/>
            <a:t>Splitting columns</a:t>
          </a:r>
          <a:endParaRPr lang="en-US"/>
        </a:p>
      </dgm:t>
    </dgm:pt>
    <dgm:pt modelId="{0717473F-AF33-462F-AFD7-54427B48E72D}" type="parTrans" cxnId="{75E8E94B-CCF9-447E-B9EC-D6314F23ED35}">
      <dgm:prSet/>
      <dgm:spPr/>
      <dgm:t>
        <a:bodyPr/>
        <a:lstStyle/>
        <a:p>
          <a:endParaRPr lang="en-US"/>
        </a:p>
      </dgm:t>
    </dgm:pt>
    <dgm:pt modelId="{2FE8CC47-D04C-4CAC-B84D-8297A1BA1C2A}" type="sibTrans" cxnId="{75E8E94B-CCF9-447E-B9EC-D6314F23ED35}">
      <dgm:prSet/>
      <dgm:spPr/>
      <dgm:t>
        <a:bodyPr/>
        <a:lstStyle/>
        <a:p>
          <a:endParaRPr lang="en-US"/>
        </a:p>
      </dgm:t>
    </dgm:pt>
    <dgm:pt modelId="{22021401-19F9-4BA0-80AC-A7EC08574749}">
      <dgm:prSet/>
      <dgm:spPr/>
      <dgm:t>
        <a:bodyPr/>
        <a:lstStyle/>
        <a:p>
          <a:r>
            <a:rPr lang="en-IN"/>
            <a:t>Merging data</a:t>
          </a:r>
          <a:endParaRPr lang="en-US"/>
        </a:p>
      </dgm:t>
    </dgm:pt>
    <dgm:pt modelId="{AA3CDAF3-A7A0-4486-B2F4-DE27108A6360}" type="parTrans" cxnId="{16089051-1F2E-4ADB-92C2-9852AEBACB6B}">
      <dgm:prSet/>
      <dgm:spPr/>
      <dgm:t>
        <a:bodyPr/>
        <a:lstStyle/>
        <a:p>
          <a:endParaRPr lang="en-US"/>
        </a:p>
      </dgm:t>
    </dgm:pt>
    <dgm:pt modelId="{5784FEBE-9B09-4A0C-828A-5EDDAF842FE1}" type="sibTrans" cxnId="{16089051-1F2E-4ADB-92C2-9852AEBACB6B}">
      <dgm:prSet/>
      <dgm:spPr/>
      <dgm:t>
        <a:bodyPr/>
        <a:lstStyle/>
        <a:p>
          <a:endParaRPr lang="en-US"/>
        </a:p>
      </dgm:t>
    </dgm:pt>
    <dgm:pt modelId="{3F4D6EBD-5828-4634-9931-D475FECCBE64}" type="pres">
      <dgm:prSet presAssocID="{D6A2831D-D6DD-4950-80B2-654449B1BC13}" presName="cycle" presStyleCnt="0">
        <dgm:presLayoutVars>
          <dgm:dir/>
          <dgm:resizeHandles val="exact"/>
        </dgm:presLayoutVars>
      </dgm:prSet>
      <dgm:spPr/>
    </dgm:pt>
    <dgm:pt modelId="{2EC23C22-AFE2-4E4B-9A02-25B122EF2E1B}" type="pres">
      <dgm:prSet presAssocID="{F80B72D4-8513-4603-9ADC-9895D446146B}" presName="node" presStyleLbl="node1" presStyleIdx="0" presStyleCnt="6">
        <dgm:presLayoutVars>
          <dgm:bulletEnabled val="1"/>
        </dgm:presLayoutVars>
      </dgm:prSet>
      <dgm:spPr/>
    </dgm:pt>
    <dgm:pt modelId="{468E64C5-105F-4680-A05E-E7DB1282DB6A}" type="pres">
      <dgm:prSet presAssocID="{F80B72D4-8513-4603-9ADC-9895D446146B}" presName="spNode" presStyleCnt="0"/>
      <dgm:spPr/>
    </dgm:pt>
    <dgm:pt modelId="{0612A360-9055-4449-A07D-92D3B41D17A3}" type="pres">
      <dgm:prSet presAssocID="{29E8DFA7-8282-46C2-83F0-A45E17965BD6}" presName="sibTrans" presStyleLbl="sibTrans1D1" presStyleIdx="0" presStyleCnt="6"/>
      <dgm:spPr/>
    </dgm:pt>
    <dgm:pt modelId="{9339B8B8-2DFE-41AF-ABB2-58DD72A54451}" type="pres">
      <dgm:prSet presAssocID="{B5AA01F5-9580-4281-9070-7072CC525E83}" presName="node" presStyleLbl="node1" presStyleIdx="1" presStyleCnt="6">
        <dgm:presLayoutVars>
          <dgm:bulletEnabled val="1"/>
        </dgm:presLayoutVars>
      </dgm:prSet>
      <dgm:spPr/>
    </dgm:pt>
    <dgm:pt modelId="{59436100-AD8C-4B92-8D93-4490EBF5AD60}" type="pres">
      <dgm:prSet presAssocID="{B5AA01F5-9580-4281-9070-7072CC525E83}" presName="spNode" presStyleCnt="0"/>
      <dgm:spPr/>
    </dgm:pt>
    <dgm:pt modelId="{F70F8775-1C78-4B95-8A47-FCEDF3E4374A}" type="pres">
      <dgm:prSet presAssocID="{3EEC5724-61F4-4C1D-A30A-4CB29513EA44}" presName="sibTrans" presStyleLbl="sibTrans1D1" presStyleIdx="1" presStyleCnt="6"/>
      <dgm:spPr/>
    </dgm:pt>
    <dgm:pt modelId="{D5879B5E-784A-42A1-94C6-A3CC761683D5}" type="pres">
      <dgm:prSet presAssocID="{05D117A9-3AFF-40E4-BB2B-955C03427AE9}" presName="node" presStyleLbl="node1" presStyleIdx="2" presStyleCnt="6">
        <dgm:presLayoutVars>
          <dgm:bulletEnabled val="1"/>
        </dgm:presLayoutVars>
      </dgm:prSet>
      <dgm:spPr/>
    </dgm:pt>
    <dgm:pt modelId="{C23D3C7E-2846-45ED-B90C-33FB6265BCBD}" type="pres">
      <dgm:prSet presAssocID="{05D117A9-3AFF-40E4-BB2B-955C03427AE9}" presName="spNode" presStyleCnt="0"/>
      <dgm:spPr/>
    </dgm:pt>
    <dgm:pt modelId="{BE9FBED3-8F8D-40FB-86C7-0A0BEC3DC257}" type="pres">
      <dgm:prSet presAssocID="{7AEB7AA8-6FFA-487D-A803-46E46242BCA8}" presName="sibTrans" presStyleLbl="sibTrans1D1" presStyleIdx="2" presStyleCnt="6"/>
      <dgm:spPr/>
    </dgm:pt>
    <dgm:pt modelId="{52B7A08C-8ABA-41A8-A4E3-A0BFDCA63885}" type="pres">
      <dgm:prSet presAssocID="{550F625A-4E40-4E04-BD3F-AD06707AB2AB}" presName="node" presStyleLbl="node1" presStyleIdx="3" presStyleCnt="6">
        <dgm:presLayoutVars>
          <dgm:bulletEnabled val="1"/>
        </dgm:presLayoutVars>
      </dgm:prSet>
      <dgm:spPr/>
    </dgm:pt>
    <dgm:pt modelId="{01EB1B3A-3A1D-425A-9ACF-4ABE0B7BE2EA}" type="pres">
      <dgm:prSet presAssocID="{550F625A-4E40-4E04-BD3F-AD06707AB2AB}" presName="spNode" presStyleCnt="0"/>
      <dgm:spPr/>
    </dgm:pt>
    <dgm:pt modelId="{C92DF296-01A6-4983-A957-E989D519C819}" type="pres">
      <dgm:prSet presAssocID="{A33FA6CE-206B-44A7-A95E-4B88BCC94A49}" presName="sibTrans" presStyleLbl="sibTrans1D1" presStyleIdx="3" presStyleCnt="6"/>
      <dgm:spPr/>
    </dgm:pt>
    <dgm:pt modelId="{8FC1381F-184C-43A1-A0A1-EB27C974C8C0}" type="pres">
      <dgm:prSet presAssocID="{03A70241-96A6-4A00-A5F4-021BBAA67565}" presName="node" presStyleLbl="node1" presStyleIdx="4" presStyleCnt="6">
        <dgm:presLayoutVars>
          <dgm:bulletEnabled val="1"/>
        </dgm:presLayoutVars>
      </dgm:prSet>
      <dgm:spPr/>
    </dgm:pt>
    <dgm:pt modelId="{F2C335B4-4E37-4195-A19A-3DBA3E36FF8E}" type="pres">
      <dgm:prSet presAssocID="{03A70241-96A6-4A00-A5F4-021BBAA67565}" presName="spNode" presStyleCnt="0"/>
      <dgm:spPr/>
    </dgm:pt>
    <dgm:pt modelId="{993BFDB5-9CDD-4C6C-BA27-6E8BF799BB43}" type="pres">
      <dgm:prSet presAssocID="{2FE8CC47-D04C-4CAC-B84D-8297A1BA1C2A}" presName="sibTrans" presStyleLbl="sibTrans1D1" presStyleIdx="4" presStyleCnt="6"/>
      <dgm:spPr/>
    </dgm:pt>
    <dgm:pt modelId="{7DB589AD-DAEA-496E-B928-DF790886DACE}" type="pres">
      <dgm:prSet presAssocID="{22021401-19F9-4BA0-80AC-A7EC08574749}" presName="node" presStyleLbl="node1" presStyleIdx="5" presStyleCnt="6">
        <dgm:presLayoutVars>
          <dgm:bulletEnabled val="1"/>
        </dgm:presLayoutVars>
      </dgm:prSet>
      <dgm:spPr/>
    </dgm:pt>
    <dgm:pt modelId="{0BB20BAD-7AB3-4205-BCE0-2EBE4ADA4A40}" type="pres">
      <dgm:prSet presAssocID="{22021401-19F9-4BA0-80AC-A7EC08574749}" presName="spNode" presStyleCnt="0"/>
      <dgm:spPr/>
    </dgm:pt>
    <dgm:pt modelId="{EAC81A24-5D4F-49D0-8C87-0D79A3739709}" type="pres">
      <dgm:prSet presAssocID="{5784FEBE-9B09-4A0C-828A-5EDDAF842FE1}" presName="sibTrans" presStyleLbl="sibTrans1D1" presStyleIdx="5" presStyleCnt="6"/>
      <dgm:spPr/>
    </dgm:pt>
  </dgm:ptLst>
  <dgm:cxnLst>
    <dgm:cxn modelId="{423B1304-3F96-4E46-9FD6-A5714F4FBFA5}" type="presOf" srcId="{03A70241-96A6-4A00-A5F4-021BBAA67565}" destId="{8FC1381F-184C-43A1-A0A1-EB27C974C8C0}" srcOrd="0" destOrd="0" presId="urn:microsoft.com/office/officeart/2005/8/layout/cycle6"/>
    <dgm:cxn modelId="{4061EE09-A4C1-4CFF-A2D7-1B267D7D1F10}" type="presOf" srcId="{A33FA6CE-206B-44A7-A95E-4B88BCC94A49}" destId="{C92DF296-01A6-4983-A957-E989D519C819}" srcOrd="0" destOrd="0" presId="urn:microsoft.com/office/officeart/2005/8/layout/cycle6"/>
    <dgm:cxn modelId="{B13EDF0E-F8D5-4546-B137-EEBB122CB9EE}" type="presOf" srcId="{B5AA01F5-9580-4281-9070-7072CC525E83}" destId="{9339B8B8-2DFE-41AF-ABB2-58DD72A54451}" srcOrd="0" destOrd="0" presId="urn:microsoft.com/office/officeart/2005/8/layout/cycle6"/>
    <dgm:cxn modelId="{AFDD3822-F4BB-4470-AE89-5BF9C61323FA}" type="presOf" srcId="{550F625A-4E40-4E04-BD3F-AD06707AB2AB}" destId="{52B7A08C-8ABA-41A8-A4E3-A0BFDCA63885}" srcOrd="0" destOrd="0" presId="urn:microsoft.com/office/officeart/2005/8/layout/cycle6"/>
    <dgm:cxn modelId="{4A474F31-EAAA-42D7-8700-FE8E1D872277}" srcId="{D6A2831D-D6DD-4950-80B2-654449B1BC13}" destId="{F80B72D4-8513-4603-9ADC-9895D446146B}" srcOrd="0" destOrd="0" parTransId="{4A941C57-2684-4B65-81AA-64319CE8BFEC}" sibTransId="{29E8DFA7-8282-46C2-83F0-A45E17965BD6}"/>
    <dgm:cxn modelId="{75E8E94B-CCF9-447E-B9EC-D6314F23ED35}" srcId="{D6A2831D-D6DD-4950-80B2-654449B1BC13}" destId="{03A70241-96A6-4A00-A5F4-021BBAA67565}" srcOrd="4" destOrd="0" parTransId="{0717473F-AF33-462F-AFD7-54427B48E72D}" sibTransId="{2FE8CC47-D04C-4CAC-B84D-8297A1BA1C2A}"/>
    <dgm:cxn modelId="{16089051-1F2E-4ADB-92C2-9852AEBACB6B}" srcId="{D6A2831D-D6DD-4950-80B2-654449B1BC13}" destId="{22021401-19F9-4BA0-80AC-A7EC08574749}" srcOrd="5" destOrd="0" parTransId="{AA3CDAF3-A7A0-4486-B2F4-DE27108A6360}" sibTransId="{5784FEBE-9B09-4A0C-828A-5EDDAF842FE1}"/>
    <dgm:cxn modelId="{5AE4A756-3855-4640-A64C-36647447E10C}" type="presOf" srcId="{22021401-19F9-4BA0-80AC-A7EC08574749}" destId="{7DB589AD-DAEA-496E-B928-DF790886DACE}" srcOrd="0" destOrd="0" presId="urn:microsoft.com/office/officeart/2005/8/layout/cycle6"/>
    <dgm:cxn modelId="{83542B86-AFDF-4278-87B7-5D5D1E67E3BE}" type="presOf" srcId="{29E8DFA7-8282-46C2-83F0-A45E17965BD6}" destId="{0612A360-9055-4449-A07D-92D3B41D17A3}" srcOrd="0" destOrd="0" presId="urn:microsoft.com/office/officeart/2005/8/layout/cycle6"/>
    <dgm:cxn modelId="{056B3086-FFE1-41AB-B914-5448DA494AA7}" type="presOf" srcId="{05D117A9-3AFF-40E4-BB2B-955C03427AE9}" destId="{D5879B5E-784A-42A1-94C6-A3CC761683D5}" srcOrd="0" destOrd="0" presId="urn:microsoft.com/office/officeart/2005/8/layout/cycle6"/>
    <dgm:cxn modelId="{1CF94E9D-92DE-4A04-95A0-05799B6B2671}" type="presOf" srcId="{3EEC5724-61F4-4C1D-A30A-4CB29513EA44}" destId="{F70F8775-1C78-4B95-8A47-FCEDF3E4374A}" srcOrd="0" destOrd="0" presId="urn:microsoft.com/office/officeart/2005/8/layout/cycle6"/>
    <dgm:cxn modelId="{823500C8-F155-4FDF-94C6-D548BE89BBB9}" type="presOf" srcId="{F80B72D4-8513-4603-9ADC-9895D446146B}" destId="{2EC23C22-AFE2-4E4B-9A02-25B122EF2E1B}" srcOrd="0" destOrd="0" presId="urn:microsoft.com/office/officeart/2005/8/layout/cycle6"/>
    <dgm:cxn modelId="{698836CD-BA74-4446-AA47-9F5B6E3114FF}" srcId="{D6A2831D-D6DD-4950-80B2-654449B1BC13}" destId="{B5AA01F5-9580-4281-9070-7072CC525E83}" srcOrd="1" destOrd="0" parTransId="{0D327224-EFAB-4A6F-87CF-15AA9BE0B55E}" sibTransId="{3EEC5724-61F4-4C1D-A30A-4CB29513EA44}"/>
    <dgm:cxn modelId="{3CD744D3-6D5D-4C60-977A-142387F1F733}" srcId="{D6A2831D-D6DD-4950-80B2-654449B1BC13}" destId="{550F625A-4E40-4E04-BD3F-AD06707AB2AB}" srcOrd="3" destOrd="0" parTransId="{80570D20-8463-424B-8D80-B01C1BBCDFDE}" sibTransId="{A33FA6CE-206B-44A7-A95E-4B88BCC94A49}"/>
    <dgm:cxn modelId="{7A3C1EE0-8EE8-4F90-B81D-CED7A8DE24D0}" type="presOf" srcId="{2FE8CC47-D04C-4CAC-B84D-8297A1BA1C2A}" destId="{993BFDB5-9CDD-4C6C-BA27-6E8BF799BB43}" srcOrd="0" destOrd="0" presId="urn:microsoft.com/office/officeart/2005/8/layout/cycle6"/>
    <dgm:cxn modelId="{D41992E9-DF68-40C8-B5D8-BCEB93D09A0A}" type="presOf" srcId="{5784FEBE-9B09-4A0C-828A-5EDDAF842FE1}" destId="{EAC81A24-5D4F-49D0-8C87-0D79A3739709}" srcOrd="0" destOrd="0" presId="urn:microsoft.com/office/officeart/2005/8/layout/cycle6"/>
    <dgm:cxn modelId="{2B9C1DFC-75ED-40F0-B4B5-B51387730110}" type="presOf" srcId="{7AEB7AA8-6FFA-487D-A803-46E46242BCA8}" destId="{BE9FBED3-8F8D-40FB-86C7-0A0BEC3DC257}" srcOrd="0" destOrd="0" presId="urn:microsoft.com/office/officeart/2005/8/layout/cycle6"/>
    <dgm:cxn modelId="{9162FDFD-F6A2-4CD0-961D-26FBECE66453}" srcId="{D6A2831D-D6DD-4950-80B2-654449B1BC13}" destId="{05D117A9-3AFF-40E4-BB2B-955C03427AE9}" srcOrd="2" destOrd="0" parTransId="{44830B52-81F0-410B-9D6D-1F79A1DFAC16}" sibTransId="{7AEB7AA8-6FFA-487D-A803-46E46242BCA8}"/>
    <dgm:cxn modelId="{136704FF-2784-48A1-9D70-664CB63F4601}" type="presOf" srcId="{D6A2831D-D6DD-4950-80B2-654449B1BC13}" destId="{3F4D6EBD-5828-4634-9931-D475FECCBE64}" srcOrd="0" destOrd="0" presId="urn:microsoft.com/office/officeart/2005/8/layout/cycle6"/>
    <dgm:cxn modelId="{A1BE9168-56CA-49E2-8A09-5DFECD51792B}" type="presParOf" srcId="{3F4D6EBD-5828-4634-9931-D475FECCBE64}" destId="{2EC23C22-AFE2-4E4B-9A02-25B122EF2E1B}" srcOrd="0" destOrd="0" presId="urn:microsoft.com/office/officeart/2005/8/layout/cycle6"/>
    <dgm:cxn modelId="{0979E6DB-6C69-402D-A049-B140B105D2DE}" type="presParOf" srcId="{3F4D6EBD-5828-4634-9931-D475FECCBE64}" destId="{468E64C5-105F-4680-A05E-E7DB1282DB6A}" srcOrd="1" destOrd="0" presId="urn:microsoft.com/office/officeart/2005/8/layout/cycle6"/>
    <dgm:cxn modelId="{F6A4C88F-C6FF-4BA0-879C-D106E66F028D}" type="presParOf" srcId="{3F4D6EBD-5828-4634-9931-D475FECCBE64}" destId="{0612A360-9055-4449-A07D-92D3B41D17A3}" srcOrd="2" destOrd="0" presId="urn:microsoft.com/office/officeart/2005/8/layout/cycle6"/>
    <dgm:cxn modelId="{D8CD2F04-791F-44E9-B817-D5CC66D6C66C}" type="presParOf" srcId="{3F4D6EBD-5828-4634-9931-D475FECCBE64}" destId="{9339B8B8-2DFE-41AF-ABB2-58DD72A54451}" srcOrd="3" destOrd="0" presId="urn:microsoft.com/office/officeart/2005/8/layout/cycle6"/>
    <dgm:cxn modelId="{26BE5ADC-E0FF-4A21-B165-EDFB5C8A5BD1}" type="presParOf" srcId="{3F4D6EBD-5828-4634-9931-D475FECCBE64}" destId="{59436100-AD8C-4B92-8D93-4490EBF5AD60}" srcOrd="4" destOrd="0" presId="urn:microsoft.com/office/officeart/2005/8/layout/cycle6"/>
    <dgm:cxn modelId="{46D25369-A244-4755-A4EC-4F7AA982D0EB}" type="presParOf" srcId="{3F4D6EBD-5828-4634-9931-D475FECCBE64}" destId="{F70F8775-1C78-4B95-8A47-FCEDF3E4374A}" srcOrd="5" destOrd="0" presId="urn:microsoft.com/office/officeart/2005/8/layout/cycle6"/>
    <dgm:cxn modelId="{3534D1A0-1FE7-4D2A-8B30-ED94E84A612E}" type="presParOf" srcId="{3F4D6EBD-5828-4634-9931-D475FECCBE64}" destId="{D5879B5E-784A-42A1-94C6-A3CC761683D5}" srcOrd="6" destOrd="0" presId="urn:microsoft.com/office/officeart/2005/8/layout/cycle6"/>
    <dgm:cxn modelId="{BFDE3980-7880-4620-B46B-CBCAAF0C6C58}" type="presParOf" srcId="{3F4D6EBD-5828-4634-9931-D475FECCBE64}" destId="{C23D3C7E-2846-45ED-B90C-33FB6265BCBD}" srcOrd="7" destOrd="0" presId="urn:microsoft.com/office/officeart/2005/8/layout/cycle6"/>
    <dgm:cxn modelId="{B6EDE5A5-9331-41BD-B502-D56DD4C50817}" type="presParOf" srcId="{3F4D6EBD-5828-4634-9931-D475FECCBE64}" destId="{BE9FBED3-8F8D-40FB-86C7-0A0BEC3DC257}" srcOrd="8" destOrd="0" presId="urn:microsoft.com/office/officeart/2005/8/layout/cycle6"/>
    <dgm:cxn modelId="{7800BD02-9198-448B-B022-D1A374FCEEA5}" type="presParOf" srcId="{3F4D6EBD-5828-4634-9931-D475FECCBE64}" destId="{52B7A08C-8ABA-41A8-A4E3-A0BFDCA63885}" srcOrd="9" destOrd="0" presId="urn:microsoft.com/office/officeart/2005/8/layout/cycle6"/>
    <dgm:cxn modelId="{2A8244CB-DAE7-4E6C-81D3-CE7F8E6A90BA}" type="presParOf" srcId="{3F4D6EBD-5828-4634-9931-D475FECCBE64}" destId="{01EB1B3A-3A1D-425A-9ACF-4ABE0B7BE2EA}" srcOrd="10" destOrd="0" presId="urn:microsoft.com/office/officeart/2005/8/layout/cycle6"/>
    <dgm:cxn modelId="{9D367A3F-AFE4-41BB-A254-9777A612772C}" type="presParOf" srcId="{3F4D6EBD-5828-4634-9931-D475FECCBE64}" destId="{C92DF296-01A6-4983-A957-E989D519C819}" srcOrd="11" destOrd="0" presId="urn:microsoft.com/office/officeart/2005/8/layout/cycle6"/>
    <dgm:cxn modelId="{B8F34100-5CB1-4611-BE67-94FA90A36049}" type="presParOf" srcId="{3F4D6EBD-5828-4634-9931-D475FECCBE64}" destId="{8FC1381F-184C-43A1-A0A1-EB27C974C8C0}" srcOrd="12" destOrd="0" presId="urn:microsoft.com/office/officeart/2005/8/layout/cycle6"/>
    <dgm:cxn modelId="{1F8832A1-7D09-4548-A16C-262BCEB3F259}" type="presParOf" srcId="{3F4D6EBD-5828-4634-9931-D475FECCBE64}" destId="{F2C335B4-4E37-4195-A19A-3DBA3E36FF8E}" srcOrd="13" destOrd="0" presId="urn:microsoft.com/office/officeart/2005/8/layout/cycle6"/>
    <dgm:cxn modelId="{3FE0D89A-97DE-408B-99D4-B37B3DAAFCAD}" type="presParOf" srcId="{3F4D6EBD-5828-4634-9931-D475FECCBE64}" destId="{993BFDB5-9CDD-4C6C-BA27-6E8BF799BB43}" srcOrd="14" destOrd="0" presId="urn:microsoft.com/office/officeart/2005/8/layout/cycle6"/>
    <dgm:cxn modelId="{97E12C9A-1AB6-4EEA-9536-6D16C100BBF2}" type="presParOf" srcId="{3F4D6EBD-5828-4634-9931-D475FECCBE64}" destId="{7DB589AD-DAEA-496E-B928-DF790886DACE}" srcOrd="15" destOrd="0" presId="urn:microsoft.com/office/officeart/2005/8/layout/cycle6"/>
    <dgm:cxn modelId="{A9874228-6C52-4726-9125-334A9047D459}" type="presParOf" srcId="{3F4D6EBD-5828-4634-9931-D475FECCBE64}" destId="{0BB20BAD-7AB3-4205-BCE0-2EBE4ADA4A40}" srcOrd="16" destOrd="0" presId="urn:microsoft.com/office/officeart/2005/8/layout/cycle6"/>
    <dgm:cxn modelId="{954EDFDA-EC2B-45AB-A9C5-BC9196352A00}" type="presParOf" srcId="{3F4D6EBD-5828-4634-9931-D475FECCBE64}" destId="{EAC81A24-5D4F-49D0-8C87-0D79A3739709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46A9B5-9C81-4BB7-89F5-547187337C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C709E4-CF25-4308-AC90-762FD09E21E5}">
      <dgm:prSet/>
      <dgm:spPr/>
      <dgm:t>
        <a:bodyPr/>
        <a:lstStyle/>
        <a:p>
          <a:r>
            <a:rPr lang="en-IN"/>
            <a:t>Sum function is performed to identify the price patterns happened </a:t>
          </a:r>
          <a:endParaRPr lang="en-US"/>
        </a:p>
      </dgm:t>
    </dgm:pt>
    <dgm:pt modelId="{2E3040E5-62F7-4451-BC8B-4DB20F15DEAC}" type="parTrans" cxnId="{778FC616-A7B8-4999-A2FA-25307AA385BA}">
      <dgm:prSet/>
      <dgm:spPr/>
      <dgm:t>
        <a:bodyPr/>
        <a:lstStyle/>
        <a:p>
          <a:endParaRPr lang="en-US"/>
        </a:p>
      </dgm:t>
    </dgm:pt>
    <dgm:pt modelId="{31BF9923-D6FA-4C69-B16F-DBAAF5E1DEA6}" type="sibTrans" cxnId="{778FC616-A7B8-4999-A2FA-25307AA385BA}">
      <dgm:prSet/>
      <dgm:spPr/>
      <dgm:t>
        <a:bodyPr/>
        <a:lstStyle/>
        <a:p>
          <a:endParaRPr lang="en-US"/>
        </a:p>
      </dgm:t>
    </dgm:pt>
    <dgm:pt modelId="{AC35CA75-D986-4E7B-B29C-5534D9C5C101}">
      <dgm:prSet/>
      <dgm:spPr/>
      <dgm:t>
        <a:bodyPr/>
        <a:lstStyle/>
        <a:p>
          <a:r>
            <a:rPr lang="en-IN"/>
            <a:t>Average function is performed to identify the average mileage of cars </a:t>
          </a:r>
          <a:endParaRPr lang="en-US"/>
        </a:p>
      </dgm:t>
    </dgm:pt>
    <dgm:pt modelId="{08ACFAF0-5081-4C6D-A727-B9E5462ACB7F}" type="parTrans" cxnId="{FE379D51-BFD6-4A14-B5AB-481E4FA8EA99}">
      <dgm:prSet/>
      <dgm:spPr/>
      <dgm:t>
        <a:bodyPr/>
        <a:lstStyle/>
        <a:p>
          <a:endParaRPr lang="en-US"/>
        </a:p>
      </dgm:t>
    </dgm:pt>
    <dgm:pt modelId="{CCE1095D-C843-4823-8379-8949338F4715}" type="sibTrans" cxnId="{FE379D51-BFD6-4A14-B5AB-481E4FA8EA99}">
      <dgm:prSet/>
      <dgm:spPr/>
      <dgm:t>
        <a:bodyPr/>
        <a:lstStyle/>
        <a:p>
          <a:endParaRPr lang="en-US"/>
        </a:p>
      </dgm:t>
    </dgm:pt>
    <dgm:pt modelId="{7F69110F-DE2B-4CFF-BD6C-07215B4CC3AE}">
      <dgm:prSet/>
      <dgm:spPr/>
      <dgm:t>
        <a:bodyPr/>
        <a:lstStyle/>
        <a:p>
          <a:r>
            <a:rPr lang="en-IN" dirty="0"/>
            <a:t>Count distinct function is performed to identify the individual counts of brands </a:t>
          </a:r>
          <a:endParaRPr lang="en-US" dirty="0"/>
        </a:p>
      </dgm:t>
    </dgm:pt>
    <dgm:pt modelId="{0ADB7BB2-E6C3-4FF5-AFB7-0A2EC7F57A97}" type="parTrans" cxnId="{9E35DA3B-14D8-46E3-AE34-645FFBDF6928}">
      <dgm:prSet/>
      <dgm:spPr/>
      <dgm:t>
        <a:bodyPr/>
        <a:lstStyle/>
        <a:p>
          <a:endParaRPr lang="en-US"/>
        </a:p>
      </dgm:t>
    </dgm:pt>
    <dgm:pt modelId="{97F041DE-E602-4B52-864A-DA1FE1B9E01E}" type="sibTrans" cxnId="{9E35DA3B-14D8-46E3-AE34-645FFBDF6928}">
      <dgm:prSet/>
      <dgm:spPr/>
      <dgm:t>
        <a:bodyPr/>
        <a:lstStyle/>
        <a:p>
          <a:endParaRPr lang="en-US"/>
        </a:p>
      </dgm:t>
    </dgm:pt>
    <dgm:pt modelId="{3EF88231-60C4-4D93-9A87-A0E4CA99CA90}">
      <dgm:prSet/>
      <dgm:spPr/>
      <dgm:t>
        <a:bodyPr/>
        <a:lstStyle/>
        <a:p>
          <a:r>
            <a:rPr lang="en-IN"/>
            <a:t>Count function is performed to identify the total counts of values </a:t>
          </a:r>
          <a:endParaRPr lang="en-US"/>
        </a:p>
      </dgm:t>
    </dgm:pt>
    <dgm:pt modelId="{FC314FF9-CFA3-4C14-B2A7-FD22367C06DB}" type="parTrans" cxnId="{FF7D0D32-B9E2-4622-AB75-297998EB704D}">
      <dgm:prSet/>
      <dgm:spPr/>
      <dgm:t>
        <a:bodyPr/>
        <a:lstStyle/>
        <a:p>
          <a:endParaRPr lang="en-US"/>
        </a:p>
      </dgm:t>
    </dgm:pt>
    <dgm:pt modelId="{6DB1B403-2293-4BBB-9954-F2B424C554F7}" type="sibTrans" cxnId="{FF7D0D32-B9E2-4622-AB75-297998EB704D}">
      <dgm:prSet/>
      <dgm:spPr/>
      <dgm:t>
        <a:bodyPr/>
        <a:lstStyle/>
        <a:p>
          <a:endParaRPr lang="en-US"/>
        </a:p>
      </dgm:t>
    </dgm:pt>
    <dgm:pt modelId="{CD2B99E3-FCC3-4757-A72F-ED6AC928624E}">
      <dgm:prSet/>
      <dgm:spPr/>
      <dgm:t>
        <a:bodyPr/>
        <a:lstStyle/>
        <a:p>
          <a:r>
            <a:rPr lang="en-IN" dirty="0"/>
            <a:t>Maximum function is performed to identify the top most performing mileage cars</a:t>
          </a:r>
          <a:endParaRPr lang="en-US" dirty="0"/>
        </a:p>
      </dgm:t>
    </dgm:pt>
    <dgm:pt modelId="{AAD3581F-F480-4AD9-AA46-5E0D06209E38}" type="parTrans" cxnId="{EA9D657D-4B41-4D1E-B6B1-B64126DD9900}">
      <dgm:prSet/>
      <dgm:spPr/>
      <dgm:t>
        <a:bodyPr/>
        <a:lstStyle/>
        <a:p>
          <a:endParaRPr lang="en-US"/>
        </a:p>
      </dgm:t>
    </dgm:pt>
    <dgm:pt modelId="{B3830B1E-6ECA-4E02-9DBB-8BB3F4BC3B3B}" type="sibTrans" cxnId="{EA9D657D-4B41-4D1E-B6B1-B64126DD9900}">
      <dgm:prSet/>
      <dgm:spPr/>
      <dgm:t>
        <a:bodyPr/>
        <a:lstStyle/>
        <a:p>
          <a:endParaRPr lang="en-US"/>
        </a:p>
      </dgm:t>
    </dgm:pt>
    <dgm:pt modelId="{706BBBE7-F288-472A-904C-CE38F5221821}" type="pres">
      <dgm:prSet presAssocID="{1846A9B5-9C81-4BB7-89F5-547187337C6B}" presName="linear" presStyleCnt="0">
        <dgm:presLayoutVars>
          <dgm:animLvl val="lvl"/>
          <dgm:resizeHandles val="exact"/>
        </dgm:presLayoutVars>
      </dgm:prSet>
      <dgm:spPr/>
    </dgm:pt>
    <dgm:pt modelId="{A3B5AF12-33CD-4154-917B-AFA6264BAC7F}" type="pres">
      <dgm:prSet presAssocID="{83C709E4-CF25-4308-AC90-762FD09E21E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9CAE274-9D1A-4503-B84F-629B88C3B60A}" type="pres">
      <dgm:prSet presAssocID="{31BF9923-D6FA-4C69-B16F-DBAAF5E1DEA6}" presName="spacer" presStyleCnt="0"/>
      <dgm:spPr/>
    </dgm:pt>
    <dgm:pt modelId="{E63CBCB8-A957-4CFF-AC99-43B9FC08B3CA}" type="pres">
      <dgm:prSet presAssocID="{AC35CA75-D986-4E7B-B29C-5534D9C5C10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550D787-51F7-4E33-B567-0E0D69C2FE74}" type="pres">
      <dgm:prSet presAssocID="{CCE1095D-C843-4823-8379-8949338F4715}" presName="spacer" presStyleCnt="0"/>
      <dgm:spPr/>
    </dgm:pt>
    <dgm:pt modelId="{604F38CD-BBDA-4E47-9C31-290EC3F584B0}" type="pres">
      <dgm:prSet presAssocID="{7F69110F-DE2B-4CFF-BD6C-07215B4CC3A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E05BE7-0D86-4A13-88F1-F30E7D5FC2D3}" type="pres">
      <dgm:prSet presAssocID="{97F041DE-E602-4B52-864A-DA1FE1B9E01E}" presName="spacer" presStyleCnt="0"/>
      <dgm:spPr/>
    </dgm:pt>
    <dgm:pt modelId="{B017DCEF-8856-45AB-A7AC-C0F21E3F617D}" type="pres">
      <dgm:prSet presAssocID="{3EF88231-60C4-4D93-9A87-A0E4CA99CA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DF4960-BFFB-442A-B2A0-09CF612EF7BE}" type="pres">
      <dgm:prSet presAssocID="{6DB1B403-2293-4BBB-9954-F2B424C554F7}" presName="spacer" presStyleCnt="0"/>
      <dgm:spPr/>
    </dgm:pt>
    <dgm:pt modelId="{0FC25D6F-7FB8-4496-9755-D3A54D1DFA57}" type="pres">
      <dgm:prSet presAssocID="{CD2B99E3-FCC3-4757-A72F-ED6AC928624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78FC616-A7B8-4999-A2FA-25307AA385BA}" srcId="{1846A9B5-9C81-4BB7-89F5-547187337C6B}" destId="{83C709E4-CF25-4308-AC90-762FD09E21E5}" srcOrd="0" destOrd="0" parTransId="{2E3040E5-62F7-4451-BC8B-4DB20F15DEAC}" sibTransId="{31BF9923-D6FA-4C69-B16F-DBAAF5E1DEA6}"/>
    <dgm:cxn modelId="{FF7D0D32-B9E2-4622-AB75-297998EB704D}" srcId="{1846A9B5-9C81-4BB7-89F5-547187337C6B}" destId="{3EF88231-60C4-4D93-9A87-A0E4CA99CA90}" srcOrd="3" destOrd="0" parTransId="{FC314FF9-CFA3-4C14-B2A7-FD22367C06DB}" sibTransId="{6DB1B403-2293-4BBB-9954-F2B424C554F7}"/>
    <dgm:cxn modelId="{CF5E2939-987B-4507-8DD9-1516251A1A7B}" type="presOf" srcId="{83C709E4-CF25-4308-AC90-762FD09E21E5}" destId="{A3B5AF12-33CD-4154-917B-AFA6264BAC7F}" srcOrd="0" destOrd="0" presId="urn:microsoft.com/office/officeart/2005/8/layout/vList2"/>
    <dgm:cxn modelId="{4ABA1B3A-985A-49FB-8025-35E68791F8A1}" type="presOf" srcId="{3EF88231-60C4-4D93-9A87-A0E4CA99CA90}" destId="{B017DCEF-8856-45AB-A7AC-C0F21E3F617D}" srcOrd="0" destOrd="0" presId="urn:microsoft.com/office/officeart/2005/8/layout/vList2"/>
    <dgm:cxn modelId="{9E35DA3B-14D8-46E3-AE34-645FFBDF6928}" srcId="{1846A9B5-9C81-4BB7-89F5-547187337C6B}" destId="{7F69110F-DE2B-4CFF-BD6C-07215B4CC3AE}" srcOrd="2" destOrd="0" parTransId="{0ADB7BB2-E6C3-4FF5-AFB7-0A2EC7F57A97}" sibTransId="{97F041DE-E602-4B52-864A-DA1FE1B9E01E}"/>
    <dgm:cxn modelId="{FE379D51-BFD6-4A14-B5AB-481E4FA8EA99}" srcId="{1846A9B5-9C81-4BB7-89F5-547187337C6B}" destId="{AC35CA75-D986-4E7B-B29C-5534D9C5C101}" srcOrd="1" destOrd="0" parTransId="{08ACFAF0-5081-4C6D-A727-B9E5462ACB7F}" sibTransId="{CCE1095D-C843-4823-8379-8949338F4715}"/>
    <dgm:cxn modelId="{EF1BED79-D12A-4EA8-91F5-08B1791B5118}" type="presOf" srcId="{7F69110F-DE2B-4CFF-BD6C-07215B4CC3AE}" destId="{604F38CD-BBDA-4E47-9C31-290EC3F584B0}" srcOrd="0" destOrd="0" presId="urn:microsoft.com/office/officeart/2005/8/layout/vList2"/>
    <dgm:cxn modelId="{EA9D657D-4B41-4D1E-B6B1-B64126DD9900}" srcId="{1846A9B5-9C81-4BB7-89F5-547187337C6B}" destId="{CD2B99E3-FCC3-4757-A72F-ED6AC928624E}" srcOrd="4" destOrd="0" parTransId="{AAD3581F-F480-4AD9-AA46-5E0D06209E38}" sibTransId="{B3830B1E-6ECA-4E02-9DBB-8BB3F4BC3B3B}"/>
    <dgm:cxn modelId="{87B37887-1D90-4124-9ED8-E7AE450D4BC0}" type="presOf" srcId="{CD2B99E3-FCC3-4757-A72F-ED6AC928624E}" destId="{0FC25D6F-7FB8-4496-9755-D3A54D1DFA57}" srcOrd="0" destOrd="0" presId="urn:microsoft.com/office/officeart/2005/8/layout/vList2"/>
    <dgm:cxn modelId="{28FDD4A7-5519-4620-A152-1C8E163966D7}" type="presOf" srcId="{AC35CA75-D986-4E7B-B29C-5534D9C5C101}" destId="{E63CBCB8-A957-4CFF-AC99-43B9FC08B3CA}" srcOrd="0" destOrd="0" presId="urn:microsoft.com/office/officeart/2005/8/layout/vList2"/>
    <dgm:cxn modelId="{D5CB8DE7-CCCC-4A09-A1C6-3D4599FA332D}" type="presOf" srcId="{1846A9B5-9C81-4BB7-89F5-547187337C6B}" destId="{706BBBE7-F288-472A-904C-CE38F5221821}" srcOrd="0" destOrd="0" presId="urn:microsoft.com/office/officeart/2005/8/layout/vList2"/>
    <dgm:cxn modelId="{779EEE10-9F64-4D8C-B5E4-78D25EC85F6A}" type="presParOf" srcId="{706BBBE7-F288-472A-904C-CE38F5221821}" destId="{A3B5AF12-33CD-4154-917B-AFA6264BAC7F}" srcOrd="0" destOrd="0" presId="urn:microsoft.com/office/officeart/2005/8/layout/vList2"/>
    <dgm:cxn modelId="{696D896D-D5BA-4743-B1ED-BD16412181BB}" type="presParOf" srcId="{706BBBE7-F288-472A-904C-CE38F5221821}" destId="{39CAE274-9D1A-4503-B84F-629B88C3B60A}" srcOrd="1" destOrd="0" presId="urn:microsoft.com/office/officeart/2005/8/layout/vList2"/>
    <dgm:cxn modelId="{9B4F70F2-3CA9-4FA6-997B-69B71EE50426}" type="presParOf" srcId="{706BBBE7-F288-472A-904C-CE38F5221821}" destId="{E63CBCB8-A957-4CFF-AC99-43B9FC08B3CA}" srcOrd="2" destOrd="0" presId="urn:microsoft.com/office/officeart/2005/8/layout/vList2"/>
    <dgm:cxn modelId="{6B71F332-5E0D-4D40-8A12-462C38A8C828}" type="presParOf" srcId="{706BBBE7-F288-472A-904C-CE38F5221821}" destId="{A550D787-51F7-4E33-B567-0E0D69C2FE74}" srcOrd="3" destOrd="0" presId="urn:microsoft.com/office/officeart/2005/8/layout/vList2"/>
    <dgm:cxn modelId="{C1265421-05A0-4DEC-B720-E835C9D21CB9}" type="presParOf" srcId="{706BBBE7-F288-472A-904C-CE38F5221821}" destId="{604F38CD-BBDA-4E47-9C31-290EC3F584B0}" srcOrd="4" destOrd="0" presId="urn:microsoft.com/office/officeart/2005/8/layout/vList2"/>
    <dgm:cxn modelId="{57438D92-B7C8-482A-94F9-DC21753471EE}" type="presParOf" srcId="{706BBBE7-F288-472A-904C-CE38F5221821}" destId="{ABE05BE7-0D86-4A13-88F1-F30E7D5FC2D3}" srcOrd="5" destOrd="0" presId="urn:microsoft.com/office/officeart/2005/8/layout/vList2"/>
    <dgm:cxn modelId="{FB8A5B91-472A-472C-B36D-0CE41F656115}" type="presParOf" srcId="{706BBBE7-F288-472A-904C-CE38F5221821}" destId="{B017DCEF-8856-45AB-A7AC-C0F21E3F617D}" srcOrd="6" destOrd="0" presId="urn:microsoft.com/office/officeart/2005/8/layout/vList2"/>
    <dgm:cxn modelId="{340219E7-27BA-4365-92EE-722EFBC4E726}" type="presParOf" srcId="{706BBBE7-F288-472A-904C-CE38F5221821}" destId="{E2DF4960-BFFB-442A-B2A0-09CF612EF7BE}" srcOrd="7" destOrd="0" presId="urn:microsoft.com/office/officeart/2005/8/layout/vList2"/>
    <dgm:cxn modelId="{C2A7E6FF-3854-4EE3-8976-4717CBCF3449}" type="presParOf" srcId="{706BBBE7-F288-472A-904C-CE38F5221821}" destId="{0FC25D6F-7FB8-4496-9755-D3A54D1DFA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65E36E-7DAE-4282-866B-81A066D88D1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56D8DA5-53A3-4F5D-8F72-BE45C230D565}">
      <dgm:prSet/>
      <dgm:spPr/>
      <dgm:t>
        <a:bodyPr/>
        <a:lstStyle/>
        <a:p>
          <a:r>
            <a:rPr lang="en-IN" dirty="0"/>
            <a:t>Calculate function is performed to validate function to one specific category</a:t>
          </a:r>
          <a:endParaRPr lang="en-US" dirty="0"/>
        </a:p>
      </dgm:t>
    </dgm:pt>
    <dgm:pt modelId="{4EFD66CE-234C-4CED-864E-C880744D7483}" type="parTrans" cxnId="{25B48776-C344-405F-BF6D-CB13CDDADB17}">
      <dgm:prSet/>
      <dgm:spPr/>
      <dgm:t>
        <a:bodyPr/>
        <a:lstStyle/>
        <a:p>
          <a:endParaRPr lang="en-US"/>
        </a:p>
      </dgm:t>
    </dgm:pt>
    <dgm:pt modelId="{7A7D8FC3-A2F1-4662-8872-1A6B8505B260}" type="sibTrans" cxnId="{25B48776-C344-405F-BF6D-CB13CDDADB17}">
      <dgm:prSet/>
      <dgm:spPr/>
      <dgm:t>
        <a:bodyPr/>
        <a:lstStyle/>
        <a:p>
          <a:endParaRPr lang="en-US"/>
        </a:p>
      </dgm:t>
    </dgm:pt>
    <dgm:pt modelId="{005DECAC-1736-4556-A13E-867480A5BC1C}">
      <dgm:prSet/>
      <dgm:spPr/>
      <dgm:t>
        <a:bodyPr/>
        <a:lstStyle/>
        <a:p>
          <a:r>
            <a:rPr lang="en-IN" dirty="0"/>
            <a:t>Median function is performed to identify the middle value</a:t>
          </a:r>
          <a:endParaRPr lang="en-US" dirty="0"/>
        </a:p>
      </dgm:t>
    </dgm:pt>
    <dgm:pt modelId="{FF881093-707E-4751-BB25-C16DEE927CA5}" type="parTrans" cxnId="{F3B98B1D-DFF6-489B-A4EE-62F870F1E66B}">
      <dgm:prSet/>
      <dgm:spPr/>
      <dgm:t>
        <a:bodyPr/>
        <a:lstStyle/>
        <a:p>
          <a:endParaRPr lang="en-US"/>
        </a:p>
      </dgm:t>
    </dgm:pt>
    <dgm:pt modelId="{B26B678D-49BE-4DFE-8383-114EC23A10A7}" type="sibTrans" cxnId="{F3B98B1D-DFF6-489B-A4EE-62F870F1E66B}">
      <dgm:prSet/>
      <dgm:spPr/>
      <dgm:t>
        <a:bodyPr/>
        <a:lstStyle/>
        <a:p>
          <a:endParaRPr lang="en-US"/>
        </a:p>
      </dgm:t>
    </dgm:pt>
    <dgm:pt modelId="{989524F1-EA09-475B-ACB6-8FEB28B47D76}">
      <dgm:prSet/>
      <dgm:spPr/>
      <dgm:t>
        <a:bodyPr/>
        <a:lstStyle/>
        <a:p>
          <a:r>
            <a:rPr lang="en-IN"/>
            <a:t>If function is performed to identify the conditions whether true or false</a:t>
          </a:r>
          <a:endParaRPr lang="en-US"/>
        </a:p>
      </dgm:t>
    </dgm:pt>
    <dgm:pt modelId="{295D7B38-7DDF-4314-8702-15E5DA299A21}" type="parTrans" cxnId="{BCF05763-05D7-4D49-9446-C83CC0958381}">
      <dgm:prSet/>
      <dgm:spPr/>
      <dgm:t>
        <a:bodyPr/>
        <a:lstStyle/>
        <a:p>
          <a:endParaRPr lang="en-US"/>
        </a:p>
      </dgm:t>
    </dgm:pt>
    <dgm:pt modelId="{1C4C1A09-8112-4DA4-AF03-67237435F595}" type="sibTrans" cxnId="{BCF05763-05D7-4D49-9446-C83CC0958381}">
      <dgm:prSet/>
      <dgm:spPr/>
      <dgm:t>
        <a:bodyPr/>
        <a:lstStyle/>
        <a:p>
          <a:endParaRPr lang="en-US"/>
        </a:p>
      </dgm:t>
    </dgm:pt>
    <dgm:pt modelId="{10277E48-A91F-4F33-8005-8F231E5CCC95}">
      <dgm:prSet/>
      <dgm:spPr/>
      <dgm:t>
        <a:bodyPr/>
        <a:lstStyle/>
        <a:p>
          <a:r>
            <a:rPr lang="en-IN" dirty="0"/>
            <a:t>Rank function is performed to list in order of ascending or descending</a:t>
          </a:r>
          <a:endParaRPr lang="en-US" dirty="0"/>
        </a:p>
      </dgm:t>
    </dgm:pt>
    <dgm:pt modelId="{4E6EDACE-6BAE-40B7-8321-EB048A4D3EA2}" type="parTrans" cxnId="{9019731A-5793-4981-AC15-FA98DAC84A57}">
      <dgm:prSet/>
      <dgm:spPr/>
      <dgm:t>
        <a:bodyPr/>
        <a:lstStyle/>
        <a:p>
          <a:endParaRPr lang="en-US"/>
        </a:p>
      </dgm:t>
    </dgm:pt>
    <dgm:pt modelId="{26DFA265-F2CF-4C11-AE8C-58AD76B31684}" type="sibTrans" cxnId="{9019731A-5793-4981-AC15-FA98DAC84A57}">
      <dgm:prSet/>
      <dgm:spPr/>
      <dgm:t>
        <a:bodyPr/>
        <a:lstStyle/>
        <a:p>
          <a:endParaRPr lang="en-US"/>
        </a:p>
      </dgm:t>
    </dgm:pt>
    <dgm:pt modelId="{6CAE2CAF-C36E-419A-AE0C-3F03459F770A}">
      <dgm:prSet/>
      <dgm:spPr/>
      <dgm:t>
        <a:bodyPr/>
        <a:lstStyle/>
        <a:p>
          <a:r>
            <a:rPr lang="en-IN" dirty="0"/>
            <a:t>Top 5 performed to know the best performing cars</a:t>
          </a:r>
          <a:endParaRPr lang="en-US" dirty="0"/>
        </a:p>
      </dgm:t>
    </dgm:pt>
    <dgm:pt modelId="{C5C77232-40A1-4996-B363-4E604FDC3D9D}" type="parTrans" cxnId="{82C7042F-3E81-42B5-B283-7ABDC7EBA77A}">
      <dgm:prSet/>
      <dgm:spPr/>
      <dgm:t>
        <a:bodyPr/>
        <a:lstStyle/>
        <a:p>
          <a:endParaRPr lang="en-US"/>
        </a:p>
      </dgm:t>
    </dgm:pt>
    <dgm:pt modelId="{8CCEBAE4-7C44-471E-BF7B-B43E89841C15}" type="sibTrans" cxnId="{82C7042F-3E81-42B5-B283-7ABDC7EBA77A}">
      <dgm:prSet/>
      <dgm:spPr/>
      <dgm:t>
        <a:bodyPr/>
        <a:lstStyle/>
        <a:p>
          <a:endParaRPr lang="en-US"/>
        </a:p>
      </dgm:t>
    </dgm:pt>
    <dgm:pt modelId="{B207A8E1-C877-4F0E-9833-996936731E22}" type="pres">
      <dgm:prSet presAssocID="{9C65E36E-7DAE-4282-866B-81A066D88D1E}" presName="linear" presStyleCnt="0">
        <dgm:presLayoutVars>
          <dgm:animLvl val="lvl"/>
          <dgm:resizeHandles val="exact"/>
        </dgm:presLayoutVars>
      </dgm:prSet>
      <dgm:spPr/>
    </dgm:pt>
    <dgm:pt modelId="{01E0FF71-E259-4957-ACAD-22B85D6607B3}" type="pres">
      <dgm:prSet presAssocID="{856D8DA5-53A3-4F5D-8F72-BE45C230D56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666C90A-09CF-4B41-AADB-81E1B02FFDD8}" type="pres">
      <dgm:prSet presAssocID="{7A7D8FC3-A2F1-4662-8872-1A6B8505B260}" presName="spacer" presStyleCnt="0"/>
      <dgm:spPr/>
    </dgm:pt>
    <dgm:pt modelId="{F78F667A-2315-4B05-9B54-9F0D80921DCF}" type="pres">
      <dgm:prSet presAssocID="{005DECAC-1736-4556-A13E-867480A5BC1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509BDBF-3AEA-44FF-9C40-8F834F431D96}" type="pres">
      <dgm:prSet presAssocID="{B26B678D-49BE-4DFE-8383-114EC23A10A7}" presName="spacer" presStyleCnt="0"/>
      <dgm:spPr/>
    </dgm:pt>
    <dgm:pt modelId="{1F12D8CC-D6BC-4FE1-BDEA-350E5C38A249}" type="pres">
      <dgm:prSet presAssocID="{989524F1-EA09-475B-ACB6-8FEB28B47D7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BFACCBE-60C8-43E0-BE22-216735FF7679}" type="pres">
      <dgm:prSet presAssocID="{1C4C1A09-8112-4DA4-AF03-67237435F595}" presName="spacer" presStyleCnt="0"/>
      <dgm:spPr/>
    </dgm:pt>
    <dgm:pt modelId="{E89CACEC-7436-4225-A04E-3CBF7510D260}" type="pres">
      <dgm:prSet presAssocID="{10277E48-A91F-4F33-8005-8F231E5CCC9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2AC900-3B8D-44E0-BCC1-62D6EA2924C1}" type="pres">
      <dgm:prSet presAssocID="{26DFA265-F2CF-4C11-AE8C-58AD76B31684}" presName="spacer" presStyleCnt="0"/>
      <dgm:spPr/>
    </dgm:pt>
    <dgm:pt modelId="{346B1241-87B7-463F-84EB-A19F36628EAD}" type="pres">
      <dgm:prSet presAssocID="{6CAE2CAF-C36E-419A-AE0C-3F03459F770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864D406-EB20-47A1-BD99-AC2D4FA2E7B7}" type="presOf" srcId="{989524F1-EA09-475B-ACB6-8FEB28B47D76}" destId="{1F12D8CC-D6BC-4FE1-BDEA-350E5C38A249}" srcOrd="0" destOrd="0" presId="urn:microsoft.com/office/officeart/2005/8/layout/vList2"/>
    <dgm:cxn modelId="{9019731A-5793-4981-AC15-FA98DAC84A57}" srcId="{9C65E36E-7DAE-4282-866B-81A066D88D1E}" destId="{10277E48-A91F-4F33-8005-8F231E5CCC95}" srcOrd="3" destOrd="0" parTransId="{4E6EDACE-6BAE-40B7-8321-EB048A4D3EA2}" sibTransId="{26DFA265-F2CF-4C11-AE8C-58AD76B31684}"/>
    <dgm:cxn modelId="{F3B98B1D-DFF6-489B-A4EE-62F870F1E66B}" srcId="{9C65E36E-7DAE-4282-866B-81A066D88D1E}" destId="{005DECAC-1736-4556-A13E-867480A5BC1C}" srcOrd="1" destOrd="0" parTransId="{FF881093-707E-4751-BB25-C16DEE927CA5}" sibTransId="{B26B678D-49BE-4DFE-8383-114EC23A10A7}"/>
    <dgm:cxn modelId="{82C7042F-3E81-42B5-B283-7ABDC7EBA77A}" srcId="{9C65E36E-7DAE-4282-866B-81A066D88D1E}" destId="{6CAE2CAF-C36E-419A-AE0C-3F03459F770A}" srcOrd="4" destOrd="0" parTransId="{C5C77232-40A1-4996-B363-4E604FDC3D9D}" sibTransId="{8CCEBAE4-7C44-471E-BF7B-B43E89841C15}"/>
    <dgm:cxn modelId="{8C377237-8F96-4783-AB7C-22AF22A83CF3}" type="presOf" srcId="{856D8DA5-53A3-4F5D-8F72-BE45C230D565}" destId="{01E0FF71-E259-4957-ACAD-22B85D6607B3}" srcOrd="0" destOrd="0" presId="urn:microsoft.com/office/officeart/2005/8/layout/vList2"/>
    <dgm:cxn modelId="{BCF05763-05D7-4D49-9446-C83CC0958381}" srcId="{9C65E36E-7DAE-4282-866B-81A066D88D1E}" destId="{989524F1-EA09-475B-ACB6-8FEB28B47D76}" srcOrd="2" destOrd="0" parTransId="{295D7B38-7DDF-4314-8702-15E5DA299A21}" sibTransId="{1C4C1A09-8112-4DA4-AF03-67237435F595}"/>
    <dgm:cxn modelId="{C47FA84F-48B9-47B8-A484-4A50850D3809}" type="presOf" srcId="{005DECAC-1736-4556-A13E-867480A5BC1C}" destId="{F78F667A-2315-4B05-9B54-9F0D80921DCF}" srcOrd="0" destOrd="0" presId="urn:microsoft.com/office/officeart/2005/8/layout/vList2"/>
    <dgm:cxn modelId="{25B48776-C344-405F-BF6D-CB13CDDADB17}" srcId="{9C65E36E-7DAE-4282-866B-81A066D88D1E}" destId="{856D8DA5-53A3-4F5D-8F72-BE45C230D565}" srcOrd="0" destOrd="0" parTransId="{4EFD66CE-234C-4CED-864E-C880744D7483}" sibTransId="{7A7D8FC3-A2F1-4662-8872-1A6B8505B260}"/>
    <dgm:cxn modelId="{4C92B8D3-5B04-4154-BFBD-7BF0038406CA}" type="presOf" srcId="{9C65E36E-7DAE-4282-866B-81A066D88D1E}" destId="{B207A8E1-C877-4F0E-9833-996936731E22}" srcOrd="0" destOrd="0" presId="urn:microsoft.com/office/officeart/2005/8/layout/vList2"/>
    <dgm:cxn modelId="{91A5D5DB-5F01-4072-AC87-2D9729DE52D3}" type="presOf" srcId="{6CAE2CAF-C36E-419A-AE0C-3F03459F770A}" destId="{346B1241-87B7-463F-84EB-A19F36628EAD}" srcOrd="0" destOrd="0" presId="urn:microsoft.com/office/officeart/2005/8/layout/vList2"/>
    <dgm:cxn modelId="{575946E9-5696-47F8-854B-72400ECA43BF}" type="presOf" srcId="{10277E48-A91F-4F33-8005-8F231E5CCC95}" destId="{E89CACEC-7436-4225-A04E-3CBF7510D260}" srcOrd="0" destOrd="0" presId="urn:microsoft.com/office/officeart/2005/8/layout/vList2"/>
    <dgm:cxn modelId="{E5749F18-8F98-4E5A-9AED-22687520A7E7}" type="presParOf" srcId="{B207A8E1-C877-4F0E-9833-996936731E22}" destId="{01E0FF71-E259-4957-ACAD-22B85D6607B3}" srcOrd="0" destOrd="0" presId="urn:microsoft.com/office/officeart/2005/8/layout/vList2"/>
    <dgm:cxn modelId="{113B9FDB-EDB5-4F87-AA68-63D34D7AD2BF}" type="presParOf" srcId="{B207A8E1-C877-4F0E-9833-996936731E22}" destId="{E666C90A-09CF-4B41-AADB-81E1B02FFDD8}" srcOrd="1" destOrd="0" presId="urn:microsoft.com/office/officeart/2005/8/layout/vList2"/>
    <dgm:cxn modelId="{E856E0ED-5CD0-4A05-AB7D-2467912BFC84}" type="presParOf" srcId="{B207A8E1-C877-4F0E-9833-996936731E22}" destId="{F78F667A-2315-4B05-9B54-9F0D80921DCF}" srcOrd="2" destOrd="0" presId="urn:microsoft.com/office/officeart/2005/8/layout/vList2"/>
    <dgm:cxn modelId="{5DE44BDE-8E18-4383-A4ED-067F456DD72F}" type="presParOf" srcId="{B207A8E1-C877-4F0E-9833-996936731E22}" destId="{8509BDBF-3AEA-44FF-9C40-8F834F431D96}" srcOrd="3" destOrd="0" presId="urn:microsoft.com/office/officeart/2005/8/layout/vList2"/>
    <dgm:cxn modelId="{4ED5C739-2FC8-4ACB-8DF4-6FF29EB0452E}" type="presParOf" srcId="{B207A8E1-C877-4F0E-9833-996936731E22}" destId="{1F12D8CC-D6BC-4FE1-BDEA-350E5C38A249}" srcOrd="4" destOrd="0" presId="urn:microsoft.com/office/officeart/2005/8/layout/vList2"/>
    <dgm:cxn modelId="{8478FDDD-84F6-4A83-97C2-B86494137837}" type="presParOf" srcId="{B207A8E1-C877-4F0E-9833-996936731E22}" destId="{FBFACCBE-60C8-43E0-BE22-216735FF7679}" srcOrd="5" destOrd="0" presId="urn:microsoft.com/office/officeart/2005/8/layout/vList2"/>
    <dgm:cxn modelId="{ABB8691C-95E9-4CF1-BA51-0781CBA05152}" type="presParOf" srcId="{B207A8E1-C877-4F0E-9833-996936731E22}" destId="{E89CACEC-7436-4225-A04E-3CBF7510D260}" srcOrd="6" destOrd="0" presId="urn:microsoft.com/office/officeart/2005/8/layout/vList2"/>
    <dgm:cxn modelId="{AAE45148-F359-478B-8A04-B91865464D57}" type="presParOf" srcId="{B207A8E1-C877-4F0E-9833-996936731E22}" destId="{8F2AC900-3B8D-44E0-BCC1-62D6EA2924C1}" srcOrd="7" destOrd="0" presId="urn:microsoft.com/office/officeart/2005/8/layout/vList2"/>
    <dgm:cxn modelId="{057047DD-82A7-4FC6-8964-340B5B334603}" type="presParOf" srcId="{B207A8E1-C877-4F0E-9833-996936731E22}" destId="{346B1241-87B7-463F-84EB-A19F36628EA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A3EC7-B9E9-4710-875F-DD4E16044560}">
      <dsp:nvSpPr>
        <dsp:cNvPr id="0" name=""/>
        <dsp:cNvSpPr/>
      </dsp:nvSpPr>
      <dsp:spPr>
        <a:xfrm>
          <a:off x="1283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88258-5917-4375-8E4A-7A4CADB33EC7}">
      <dsp:nvSpPr>
        <dsp:cNvPr id="0" name=""/>
        <dsp:cNvSpPr/>
      </dsp:nvSpPr>
      <dsp:spPr>
        <a:xfrm>
          <a:off x="501904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This dataset contains columns of year, brand, engine size, fuel type, transmission, millage, condition, price and model to make further analysis</a:t>
          </a:r>
          <a:endParaRPr lang="en-US" sz="2600" kern="1200"/>
        </a:p>
      </dsp:txBody>
      <dsp:txXfrm>
        <a:off x="585701" y="1067340"/>
        <a:ext cx="4337991" cy="2693452"/>
      </dsp:txXfrm>
    </dsp:sp>
    <dsp:sp modelId="{5C7B9EC0-6FC1-4203-B130-531D86D81442}">
      <dsp:nvSpPr>
        <dsp:cNvPr id="0" name=""/>
        <dsp:cNvSpPr/>
      </dsp:nvSpPr>
      <dsp:spPr>
        <a:xfrm>
          <a:off x="5508110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2DC06-A3C5-4D15-BE73-48B85FFB87A5}">
      <dsp:nvSpPr>
        <dsp:cNvPr id="0" name=""/>
        <dsp:cNvSpPr/>
      </dsp:nvSpPr>
      <dsp:spPr>
        <a:xfrm>
          <a:off x="6008730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This helps me to identify how the mileage, engine type varies from different brand, model to predict prices </a:t>
          </a:r>
          <a:endParaRPr lang="en-US" sz="2600" kern="1200" dirty="0"/>
        </a:p>
      </dsp:txBody>
      <dsp:txXfrm>
        <a:off x="6092527" y="1067340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23C22-AFE2-4E4B-9A02-25B122EF2E1B}">
      <dsp:nvSpPr>
        <dsp:cNvPr id="0" name=""/>
        <dsp:cNvSpPr/>
      </dsp:nvSpPr>
      <dsp:spPr>
        <a:xfrm>
          <a:off x="2439412" y="1288"/>
          <a:ext cx="1485399" cy="965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Identified missing values</a:t>
          </a:r>
          <a:endParaRPr lang="en-US" sz="1700" kern="1200"/>
        </a:p>
      </dsp:txBody>
      <dsp:txXfrm>
        <a:off x="2486544" y="48420"/>
        <a:ext cx="1391135" cy="871245"/>
      </dsp:txXfrm>
    </dsp:sp>
    <dsp:sp modelId="{0612A360-9055-4449-A07D-92D3B41D17A3}">
      <dsp:nvSpPr>
        <dsp:cNvPr id="0" name=""/>
        <dsp:cNvSpPr/>
      </dsp:nvSpPr>
      <dsp:spPr>
        <a:xfrm>
          <a:off x="909239" y="484043"/>
          <a:ext cx="4545745" cy="4545745"/>
        </a:xfrm>
        <a:custGeom>
          <a:avLst/>
          <a:gdLst/>
          <a:ahLst/>
          <a:cxnLst/>
          <a:rect l="0" t="0" r="0" b="0"/>
          <a:pathLst>
            <a:path>
              <a:moveTo>
                <a:pt x="3025046" y="128068"/>
              </a:moveTo>
              <a:arcTo wR="2272872" hR="2272872" stAng="17359532" swAng="14994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39B8B8-2DFE-41AF-ABB2-58DD72A54451}">
      <dsp:nvSpPr>
        <dsp:cNvPr id="0" name=""/>
        <dsp:cNvSpPr/>
      </dsp:nvSpPr>
      <dsp:spPr>
        <a:xfrm>
          <a:off x="4407777" y="1137724"/>
          <a:ext cx="1485399" cy="965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Removed duplicated </a:t>
          </a:r>
          <a:endParaRPr lang="en-US" sz="1700" kern="1200"/>
        </a:p>
      </dsp:txBody>
      <dsp:txXfrm>
        <a:off x="4454909" y="1184856"/>
        <a:ext cx="1391135" cy="871245"/>
      </dsp:txXfrm>
    </dsp:sp>
    <dsp:sp modelId="{F70F8775-1C78-4B95-8A47-FCEDF3E4374A}">
      <dsp:nvSpPr>
        <dsp:cNvPr id="0" name=""/>
        <dsp:cNvSpPr/>
      </dsp:nvSpPr>
      <dsp:spPr>
        <a:xfrm>
          <a:off x="909239" y="484043"/>
          <a:ext cx="4545745" cy="4545745"/>
        </a:xfrm>
        <a:custGeom>
          <a:avLst/>
          <a:gdLst/>
          <a:ahLst/>
          <a:cxnLst/>
          <a:rect l="0" t="0" r="0" b="0"/>
          <a:pathLst>
            <a:path>
              <a:moveTo>
                <a:pt x="4453441" y="1631723"/>
              </a:moveTo>
              <a:arcTo wR="2272872" hR="2272872" stAng="20616909" swAng="196618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79B5E-784A-42A1-94C6-A3CC761683D5}">
      <dsp:nvSpPr>
        <dsp:cNvPr id="0" name=""/>
        <dsp:cNvSpPr/>
      </dsp:nvSpPr>
      <dsp:spPr>
        <a:xfrm>
          <a:off x="4407777" y="3410597"/>
          <a:ext cx="1485399" cy="965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Verified data types </a:t>
          </a:r>
          <a:endParaRPr lang="en-US" sz="1700" kern="1200"/>
        </a:p>
      </dsp:txBody>
      <dsp:txXfrm>
        <a:off x="4454909" y="3457729"/>
        <a:ext cx="1391135" cy="871245"/>
      </dsp:txXfrm>
    </dsp:sp>
    <dsp:sp modelId="{BE9FBED3-8F8D-40FB-86C7-0A0BEC3DC257}">
      <dsp:nvSpPr>
        <dsp:cNvPr id="0" name=""/>
        <dsp:cNvSpPr/>
      </dsp:nvSpPr>
      <dsp:spPr>
        <a:xfrm>
          <a:off x="909239" y="484043"/>
          <a:ext cx="4545745" cy="4545745"/>
        </a:xfrm>
        <a:custGeom>
          <a:avLst/>
          <a:gdLst/>
          <a:ahLst/>
          <a:cxnLst/>
          <a:rect l="0" t="0" r="0" b="0"/>
          <a:pathLst>
            <a:path>
              <a:moveTo>
                <a:pt x="3860756" y="3899088"/>
              </a:moveTo>
              <a:arcTo wR="2272872" hR="2272872" stAng="2740997" swAng="14994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B7A08C-8ABA-41A8-A4E3-A0BFDCA63885}">
      <dsp:nvSpPr>
        <dsp:cNvPr id="0" name=""/>
        <dsp:cNvSpPr/>
      </dsp:nvSpPr>
      <dsp:spPr>
        <a:xfrm>
          <a:off x="2439412" y="4547033"/>
          <a:ext cx="1485399" cy="965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Corrected spelling of words </a:t>
          </a:r>
          <a:endParaRPr lang="en-US" sz="1700" kern="1200"/>
        </a:p>
      </dsp:txBody>
      <dsp:txXfrm>
        <a:off x="2486544" y="4594165"/>
        <a:ext cx="1391135" cy="871245"/>
      </dsp:txXfrm>
    </dsp:sp>
    <dsp:sp modelId="{C92DF296-01A6-4983-A957-E989D519C819}">
      <dsp:nvSpPr>
        <dsp:cNvPr id="0" name=""/>
        <dsp:cNvSpPr/>
      </dsp:nvSpPr>
      <dsp:spPr>
        <a:xfrm>
          <a:off x="909239" y="484043"/>
          <a:ext cx="4545745" cy="4545745"/>
        </a:xfrm>
        <a:custGeom>
          <a:avLst/>
          <a:gdLst/>
          <a:ahLst/>
          <a:cxnLst/>
          <a:rect l="0" t="0" r="0" b="0"/>
          <a:pathLst>
            <a:path>
              <a:moveTo>
                <a:pt x="1520699" y="4417677"/>
              </a:moveTo>
              <a:arcTo wR="2272872" hR="2272872" stAng="6559532" swAng="14994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1381F-184C-43A1-A0A1-EB27C974C8C0}">
      <dsp:nvSpPr>
        <dsp:cNvPr id="0" name=""/>
        <dsp:cNvSpPr/>
      </dsp:nvSpPr>
      <dsp:spPr>
        <a:xfrm>
          <a:off x="471046" y="3410597"/>
          <a:ext cx="1485399" cy="965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Splitting columns</a:t>
          </a:r>
          <a:endParaRPr lang="en-US" sz="1700" kern="1200"/>
        </a:p>
      </dsp:txBody>
      <dsp:txXfrm>
        <a:off x="518178" y="3457729"/>
        <a:ext cx="1391135" cy="871245"/>
      </dsp:txXfrm>
    </dsp:sp>
    <dsp:sp modelId="{993BFDB5-9CDD-4C6C-BA27-6E8BF799BB43}">
      <dsp:nvSpPr>
        <dsp:cNvPr id="0" name=""/>
        <dsp:cNvSpPr/>
      </dsp:nvSpPr>
      <dsp:spPr>
        <a:xfrm>
          <a:off x="909239" y="484043"/>
          <a:ext cx="4545745" cy="4545745"/>
        </a:xfrm>
        <a:custGeom>
          <a:avLst/>
          <a:gdLst/>
          <a:ahLst/>
          <a:cxnLst/>
          <a:rect l="0" t="0" r="0" b="0"/>
          <a:pathLst>
            <a:path>
              <a:moveTo>
                <a:pt x="92304" y="2914022"/>
              </a:moveTo>
              <a:arcTo wR="2272872" hR="2272872" stAng="9816909" swAng="196618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B589AD-DAEA-496E-B928-DF790886DACE}">
      <dsp:nvSpPr>
        <dsp:cNvPr id="0" name=""/>
        <dsp:cNvSpPr/>
      </dsp:nvSpPr>
      <dsp:spPr>
        <a:xfrm>
          <a:off x="471046" y="1137724"/>
          <a:ext cx="1485399" cy="965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Merging data</a:t>
          </a:r>
          <a:endParaRPr lang="en-US" sz="1700" kern="1200"/>
        </a:p>
      </dsp:txBody>
      <dsp:txXfrm>
        <a:off x="518178" y="1184856"/>
        <a:ext cx="1391135" cy="871245"/>
      </dsp:txXfrm>
    </dsp:sp>
    <dsp:sp modelId="{EAC81A24-5D4F-49D0-8C87-0D79A3739709}">
      <dsp:nvSpPr>
        <dsp:cNvPr id="0" name=""/>
        <dsp:cNvSpPr/>
      </dsp:nvSpPr>
      <dsp:spPr>
        <a:xfrm>
          <a:off x="909239" y="484043"/>
          <a:ext cx="4545745" cy="4545745"/>
        </a:xfrm>
        <a:custGeom>
          <a:avLst/>
          <a:gdLst/>
          <a:ahLst/>
          <a:cxnLst/>
          <a:rect l="0" t="0" r="0" b="0"/>
          <a:pathLst>
            <a:path>
              <a:moveTo>
                <a:pt x="684989" y="646657"/>
              </a:moveTo>
              <a:arcTo wR="2272872" hR="2272872" stAng="13540997" swAng="149947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5AF12-33CD-4154-917B-AFA6264BAC7F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Sum function is performed to identify the price patterns happened </a:t>
          </a:r>
          <a:endParaRPr lang="en-US" sz="2600" kern="1200"/>
        </a:p>
      </dsp:txBody>
      <dsp:txXfrm>
        <a:off x="50489" y="71944"/>
        <a:ext cx="6263246" cy="933302"/>
      </dsp:txXfrm>
    </dsp:sp>
    <dsp:sp modelId="{E63CBCB8-A957-4CFF-AC99-43B9FC08B3CA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Average function is performed to identify the average mileage of cars </a:t>
          </a:r>
          <a:endParaRPr lang="en-US" sz="2600" kern="1200"/>
        </a:p>
      </dsp:txBody>
      <dsp:txXfrm>
        <a:off x="50489" y="1181104"/>
        <a:ext cx="6263246" cy="933302"/>
      </dsp:txXfrm>
    </dsp:sp>
    <dsp:sp modelId="{604F38CD-BBDA-4E47-9C31-290EC3F584B0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Count distinct function is performed to identify the individual counts of brands </a:t>
          </a:r>
          <a:endParaRPr lang="en-US" sz="2600" kern="1200" dirty="0"/>
        </a:p>
      </dsp:txBody>
      <dsp:txXfrm>
        <a:off x="50489" y="2290264"/>
        <a:ext cx="6263246" cy="933302"/>
      </dsp:txXfrm>
    </dsp:sp>
    <dsp:sp modelId="{B017DCEF-8856-45AB-A7AC-C0F21E3F617D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Count function is performed to identify the total counts of values </a:t>
          </a:r>
          <a:endParaRPr lang="en-US" sz="2600" kern="1200"/>
        </a:p>
      </dsp:txBody>
      <dsp:txXfrm>
        <a:off x="50489" y="3399425"/>
        <a:ext cx="6263246" cy="933302"/>
      </dsp:txXfrm>
    </dsp:sp>
    <dsp:sp modelId="{0FC25D6F-7FB8-4496-9755-D3A54D1DFA57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Maximum function is performed to identify the top most performing mileage cars</a:t>
          </a:r>
          <a:endParaRPr lang="en-US" sz="2600" kern="1200" dirty="0"/>
        </a:p>
      </dsp:txBody>
      <dsp:txXfrm>
        <a:off x="50489" y="4508585"/>
        <a:ext cx="6263246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0FF71-E259-4957-ACAD-22B85D6607B3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Calculate function is performed to validate function to one specific category</a:t>
          </a:r>
          <a:endParaRPr lang="en-US" sz="2600" kern="1200" dirty="0"/>
        </a:p>
      </dsp:txBody>
      <dsp:txXfrm>
        <a:off x="50489" y="71944"/>
        <a:ext cx="6263246" cy="933302"/>
      </dsp:txXfrm>
    </dsp:sp>
    <dsp:sp modelId="{F78F667A-2315-4B05-9B54-9F0D80921DCF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Median function is performed to identify the middle value</a:t>
          </a:r>
          <a:endParaRPr lang="en-US" sz="2600" kern="1200" dirty="0"/>
        </a:p>
      </dsp:txBody>
      <dsp:txXfrm>
        <a:off x="50489" y="1181104"/>
        <a:ext cx="6263246" cy="933302"/>
      </dsp:txXfrm>
    </dsp:sp>
    <dsp:sp modelId="{1F12D8CC-D6BC-4FE1-BDEA-350E5C38A249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If function is performed to identify the conditions whether true or false</a:t>
          </a:r>
          <a:endParaRPr lang="en-US" sz="2600" kern="1200"/>
        </a:p>
      </dsp:txBody>
      <dsp:txXfrm>
        <a:off x="50489" y="2290264"/>
        <a:ext cx="6263246" cy="933302"/>
      </dsp:txXfrm>
    </dsp:sp>
    <dsp:sp modelId="{E89CACEC-7436-4225-A04E-3CBF7510D260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Rank function is performed to list in order of ascending or descending</a:t>
          </a:r>
          <a:endParaRPr lang="en-US" sz="2600" kern="1200" dirty="0"/>
        </a:p>
      </dsp:txBody>
      <dsp:txXfrm>
        <a:off x="50489" y="3399425"/>
        <a:ext cx="6263246" cy="933302"/>
      </dsp:txXfrm>
    </dsp:sp>
    <dsp:sp modelId="{346B1241-87B7-463F-84EB-A19F36628EAD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Top 5 performed to know the best performing cars</a:t>
          </a:r>
          <a:endParaRPr lang="en-US" sz="2600" kern="1200" dirty="0"/>
        </a:p>
      </dsp:txBody>
      <dsp:txXfrm>
        <a:off x="50489" y="4508585"/>
        <a:ext cx="6263246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4FF1-7173-3A31-BC33-65F42D3B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43FF4-95AC-1900-2ECD-B9FCA4142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32BFF-BE65-3836-C32C-5C01D1A9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31D89-7EBC-F089-9138-33F1ED14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95407-4174-8D30-F889-D68A112A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17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37BF-604A-53F2-D471-483623C5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B5008-A2FC-CF33-447B-5E5F19AE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4C33F-02E2-B333-ED0C-B7265D00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AB92A-5A6F-9665-4BCA-363FBEC1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58D3B-F7FD-77D6-FC89-09BACCF0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9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1A1A-D468-8896-A4AA-FB74530D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31806-463D-8753-6891-16D44FBB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EFF7D-C1FC-883C-F9AE-FEA551CE2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D1CE-2E77-B443-D74B-9A590D63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5D2B-7D58-16AC-DDC9-1C296632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1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07AF-E3D1-03FE-C6B6-B808518F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DD51-5FB7-3A58-0077-02E2CC828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5008F-AA03-D853-3F71-497C3AAE2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6FEB6-6D81-5E03-F038-0FAABD18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0DD98-37D2-D052-F318-FC6FD9AB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6D200-A9FF-CF00-3C50-C7D98AE4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79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B894-AABE-2D30-7EF4-70AB5D65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AC2DC-5C73-BEC2-73BA-EAE19FD6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F0754-7793-88AA-F0EA-8119EB09F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B9C5A-D1D2-1D7E-A489-BFD5C25E7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77C5D-5EB2-50DB-6856-068DEB826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321A9-8AA5-251A-922A-772473D0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A7D5A-C9F5-9C18-7306-BE28FE4C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269B1-4E36-5B72-5E73-C243304A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0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C955-25EB-F5CB-A67B-D88D22AB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BB915-A5F2-CCD3-0CF6-9959DCAB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0F4B0-FD98-33B3-CFBF-6A79DDA7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AE90B-B619-FD4C-51F9-6F020631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1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A1F54-93B4-7EC9-CFA5-ED629F29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07BC4-4710-CF7A-6647-9EDFAE6F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3B676-082E-D8EE-5207-2E26799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55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CDB4-53CA-5517-745B-10C3E9F6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7875-A752-DDCC-309D-3AABC07B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5CCB-DE7F-73D9-F5EF-60535C21D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3DD77-12E1-E82C-FFC1-F95A6DB1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D3629-552C-D2D6-2738-CAA27FF9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DCF36-1672-D513-0A37-B6F711BC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27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43C1-1FF1-F291-11CF-5402E5A9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86296-AF1B-020A-F25B-D1647A5EC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C17AF-E52E-C9CD-9E64-6C21443E4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A6E4B-7F38-810F-78A9-4812CA28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5A7D4-74FB-CBC7-A7E1-FB24C319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0D9F2-1820-0881-37BC-39D82EBD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7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F8F3-D104-F22A-D7B3-102A5B80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2425F-674B-EFED-14F1-D7EFE8AF4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291C-1387-C215-7E91-4D1D03CF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A632C-B881-9AB5-42B2-57CA7083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30BB-2A04-8E7D-1D4E-7C20AB3B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93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45C5F-CC22-2FD9-C554-AC9B33E16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C6D50-D149-A5CE-170C-18E4BAB20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D451D-3528-F543-2A4D-13E28553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C9BD1-7690-94F9-9561-D5550A6B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00A49-7F27-7AAE-6054-F3E3747C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67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BC40D-2C20-BAE3-3029-381FEC5D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D1FD6-4F31-E275-244D-EA0DE2D1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67FB-957A-3690-BF8E-39BC680E2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60CC8-D5F8-4F72-BDDD-2440ACD3F726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213E5-54FF-0B71-EEBC-27BFF95EA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09600-C19A-B038-1429-8E8A3C612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C2487-65C9-4EBC-B0C1-98F9415E9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6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05D88CC3-BB79-B1D6-4305-2539EF75E0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663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3D0886-C7CE-A7A1-1F92-EE843037E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Car Price Prediction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722C1-D1A1-2400-22DC-D4B33E60E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IN" sz="1700">
                <a:solidFill>
                  <a:srgbClr val="FFFFFF"/>
                </a:solidFill>
              </a:rPr>
              <a:t>By </a:t>
            </a:r>
          </a:p>
          <a:p>
            <a:r>
              <a:rPr lang="en-IN" sz="1700">
                <a:solidFill>
                  <a:srgbClr val="FFFFFF"/>
                </a:solidFill>
              </a:rPr>
              <a:t>Jayanthar S</a:t>
            </a:r>
          </a:p>
          <a:p>
            <a:r>
              <a:rPr lang="en-IN" sz="1700">
                <a:solidFill>
                  <a:srgbClr val="FFFFFF"/>
                </a:solidFill>
              </a:rPr>
              <a:t>DADS July - B</a:t>
            </a:r>
          </a:p>
        </p:txBody>
      </p:sp>
    </p:spTree>
    <p:extLst>
      <p:ext uri="{BB962C8B-B14F-4D97-AF65-F5344CB8AC3E}">
        <p14:creationId xmlns:p14="http://schemas.microsoft.com/office/powerpoint/2010/main" val="2836463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4C5D4-C8E1-C237-3AC2-B3DA95A4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dirty="0"/>
              <a:t>Dataset Overview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DD2453-A0F5-0011-ABD5-61046F149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57372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55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2593D-FB95-77FD-0F1E-2B638DD5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Data Cleaning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E2A42B-8C8F-58C0-3AB3-F56B324997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94014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56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2432D-EF63-41E1-E923-FCE08621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DAX Functions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71344F-A533-FD68-DF9D-926351105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7825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388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40247-3A7D-15DC-083E-8B7E9C49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DAX Functions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D5AC9-A2BC-91D7-E9E8-1B1240AE61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83933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482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6EAED-1CFA-BDF7-330D-556D013F0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Overview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E55A83-F72D-8047-A6DB-859AD7CB4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271" y="1675227"/>
            <a:ext cx="767545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2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D5EE9-19A1-046E-FECD-BE9E99635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/>
              <a:t>Dashboard Overview </a:t>
            </a: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CCB67D7A-7203-409D-8A58-A71DA580B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59F73-4F9F-EB15-74ED-A76488485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We have total count of brands of 7 and models of 28</a:t>
            </a:r>
          </a:p>
          <a:p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In brands by year we have Toyota, Audi, BMW tops the list </a:t>
            </a:r>
          </a:p>
          <a:p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In conditions by price we can have used cars has shared the higher collection comparing to others </a:t>
            </a:r>
          </a:p>
          <a:p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In engine size and fuel type we have diesel cars shows the higher mileage and hybrid shows the least mileage </a:t>
            </a:r>
          </a:p>
          <a:p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In model wise we have manual transmission shows the higher count comparing to automatic transmission</a:t>
            </a:r>
          </a:p>
          <a:p>
            <a:endParaRPr lang="en-IN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9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A1EC5-C99D-8D4E-59E6-8D1B1E99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/>
              <a:t>Key Insights </a:t>
            </a: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CD1FF708-5D89-72EA-4A2F-E97E044A2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DE2BC-25A2-5127-B04F-49F5C906A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transmission we can see more mileage on manual cars comparing to automatic cars. we can predict more car prices on that cars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price by condition we can see used cars performs well comparing to new and like new cars. We can suggest to keep more used cars to predict higher price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years by brand we can see Toyota tops and ford bottoms the list. Company can predict more Toyota cars with high price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7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23357-6529-86C9-E7E8-CEB46A59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/>
              <a:t>Recommendations </a:t>
            </a: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EFBF5E60-1717-77A5-050E-02472FC1C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CC13-4DA3-9ACE-BE4B-B71C78650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improve the qualities of new and like new cars to predict car prices in future like old cars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build customer trust on brand which is lower performing from the list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try to improve the mileage for automatic cars like manual cars for better car price prediction in future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4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F0C5A-8F7E-1A27-4079-3054013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D6D8-EA7B-BE0F-5EE1-8F59D6A03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this we identified the patterns to improve the features to improve the further fixing of price 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Various trends on how the millage, engine size, fuel type is effective in fixing the price of cars 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it is dropping what are the possibilities to improve it in future occasions with the resources available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73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467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Car Price Prediction Analysis</vt:lpstr>
      <vt:lpstr>Dataset Overview </vt:lpstr>
      <vt:lpstr>Data Cleaning Process</vt:lpstr>
      <vt:lpstr>DAX Functions </vt:lpstr>
      <vt:lpstr>DAX Functions </vt:lpstr>
      <vt:lpstr>Dashboard Overview </vt:lpstr>
      <vt:lpstr>Dashboard Overview </vt:lpstr>
      <vt:lpstr>Key Insights 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Jayanthar S</dc:creator>
  <cp:lastModifiedBy>Jayanthar S</cp:lastModifiedBy>
  <cp:revision>53</cp:revision>
  <dcterms:created xsi:type="dcterms:W3CDTF">2025-12-19T06:55:01Z</dcterms:created>
  <dcterms:modified xsi:type="dcterms:W3CDTF">2025-12-26T09:12:00Z</dcterms:modified>
</cp:coreProperties>
</file>